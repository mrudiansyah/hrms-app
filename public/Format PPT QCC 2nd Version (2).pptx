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64" r:id="rId2"/>
    <p:sldId id="282" r:id="rId3"/>
    <p:sldId id="273" r:id="rId4"/>
    <p:sldId id="274" r:id="rId5"/>
    <p:sldId id="275" r:id="rId6"/>
    <p:sldId id="284" r:id="rId7"/>
    <p:sldId id="276" r:id="rId8"/>
    <p:sldId id="277" r:id="rId9"/>
    <p:sldId id="278" r:id="rId10"/>
    <p:sldId id="281" r:id="rId11"/>
    <p:sldId id="279" r:id="rId12"/>
    <p:sldId id="280" r:id="rId13"/>
    <p:sldId id="285" r:id="rId14"/>
    <p:sldId id="265" r:id="rId15"/>
  </p:sldIdLst>
  <p:sldSz cx="9906000" cy="6858000" type="A4"/>
  <p:notesSz cx="18288000" cy="10287000"/>
  <p:defaultTextStyle>
    <a:defPPr>
      <a:defRPr lang="en-US"/>
    </a:defPPr>
    <a:lvl1pPr marL="0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1pPr>
    <a:lvl2pPr marL="268194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2pPr>
    <a:lvl3pPr marL="536387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3pPr>
    <a:lvl4pPr marL="804581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4pPr>
    <a:lvl5pPr marL="1072774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5pPr>
    <a:lvl6pPr marL="1340968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6pPr>
    <a:lvl7pPr marL="1609161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7pPr>
    <a:lvl8pPr marL="1877355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8pPr>
    <a:lvl9pPr marL="2145548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 userDrawn="1">
          <p15:clr>
            <a:srgbClr val="A4A3A4"/>
          </p15:clr>
        </p15:guide>
        <p15:guide id="2" pos="11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000"/>
    <a:srgbClr val="4F81BD"/>
    <a:srgbClr val="15171B"/>
    <a:srgbClr val="406B9E"/>
    <a:srgbClr val="BFCEDF"/>
    <a:srgbClr val="002629"/>
    <a:srgbClr val="000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66" y="60"/>
      </p:cViewPr>
      <p:guideLst>
        <p:guide orient="horz" pos="1920"/>
        <p:guide pos="11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D3246-2D1E-4728-99E8-39D827D8301A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</dgm:pt>
    <dgm:pt modelId="{72B69BD1-3DFF-42DE-8119-008C5D76DFA3}">
      <dgm:prSet phldrT="[Text]" phldr="1"/>
      <dgm:spPr/>
      <dgm:t>
        <a:bodyPr/>
        <a:lstStyle/>
        <a:p>
          <a:endParaRPr lang="en-US" dirty="0"/>
        </a:p>
      </dgm:t>
    </dgm:pt>
    <dgm:pt modelId="{F0F3DB17-D10B-423C-AEBF-B454DF4E7EEF}" type="parTrans" cxnId="{A759582D-7611-40F2-BAEA-93D12A420D3C}">
      <dgm:prSet/>
      <dgm:spPr/>
      <dgm:t>
        <a:bodyPr/>
        <a:lstStyle/>
        <a:p>
          <a:endParaRPr lang="en-US"/>
        </a:p>
      </dgm:t>
    </dgm:pt>
    <dgm:pt modelId="{67FC7221-4743-4536-A070-8B4ACDF18D18}" type="sibTrans" cxnId="{A759582D-7611-40F2-BAEA-93D12A420D3C}">
      <dgm:prSet/>
      <dgm:spPr/>
      <dgm:t>
        <a:bodyPr/>
        <a:lstStyle/>
        <a:p>
          <a:endParaRPr lang="en-US"/>
        </a:p>
      </dgm:t>
    </dgm:pt>
    <dgm:pt modelId="{B0299CFA-0E2D-4E8E-878D-849FF6D57D11}">
      <dgm:prSet phldrT="[Text]" phldr="1"/>
      <dgm:spPr/>
      <dgm:t>
        <a:bodyPr/>
        <a:lstStyle/>
        <a:p>
          <a:endParaRPr lang="en-US" dirty="0"/>
        </a:p>
      </dgm:t>
    </dgm:pt>
    <dgm:pt modelId="{7C712F17-034F-4139-B5C7-E13748EAFEA4}" type="parTrans" cxnId="{D320225A-2514-4142-8149-E540ECB0BC59}">
      <dgm:prSet/>
      <dgm:spPr/>
      <dgm:t>
        <a:bodyPr/>
        <a:lstStyle/>
        <a:p>
          <a:endParaRPr lang="en-US"/>
        </a:p>
      </dgm:t>
    </dgm:pt>
    <dgm:pt modelId="{5C737253-4413-4AD7-BF0E-F8FE4BC0A9E8}" type="sibTrans" cxnId="{D320225A-2514-4142-8149-E540ECB0BC59}">
      <dgm:prSet/>
      <dgm:spPr/>
      <dgm:t>
        <a:bodyPr/>
        <a:lstStyle/>
        <a:p>
          <a:endParaRPr lang="en-US"/>
        </a:p>
      </dgm:t>
    </dgm:pt>
    <dgm:pt modelId="{600EC024-09F0-43AB-99A1-4D24D7155BEF}">
      <dgm:prSet phldrT="[Text]" phldr="1"/>
      <dgm:spPr/>
      <dgm:t>
        <a:bodyPr/>
        <a:lstStyle/>
        <a:p>
          <a:endParaRPr lang="en-US" dirty="0"/>
        </a:p>
      </dgm:t>
    </dgm:pt>
    <dgm:pt modelId="{E2CF4944-D119-4593-9E2F-463CC104C48D}" type="parTrans" cxnId="{2576222E-D86B-4CA9-9308-D42EE5815B09}">
      <dgm:prSet/>
      <dgm:spPr/>
      <dgm:t>
        <a:bodyPr/>
        <a:lstStyle/>
        <a:p>
          <a:endParaRPr lang="en-US"/>
        </a:p>
      </dgm:t>
    </dgm:pt>
    <dgm:pt modelId="{D291F147-D9C0-48A9-AE58-664A1BED8282}" type="sibTrans" cxnId="{2576222E-D86B-4CA9-9308-D42EE5815B09}">
      <dgm:prSet/>
      <dgm:spPr/>
      <dgm:t>
        <a:bodyPr/>
        <a:lstStyle/>
        <a:p>
          <a:endParaRPr lang="en-US"/>
        </a:p>
      </dgm:t>
    </dgm:pt>
    <dgm:pt modelId="{53AEC63E-9622-4FF2-B3A1-567750938A3C}">
      <dgm:prSet phldrT="[Text]"/>
      <dgm:spPr/>
      <dgm:t>
        <a:bodyPr/>
        <a:lstStyle/>
        <a:p>
          <a:r>
            <a:rPr lang="en-US" dirty="0" smtClean="0"/>
            <a:t>[Text]</a:t>
          </a:r>
          <a:endParaRPr lang="en-US" dirty="0"/>
        </a:p>
      </dgm:t>
    </dgm:pt>
    <dgm:pt modelId="{CC3D1594-1E2D-4D39-9D4E-7EA871F848AF}" type="parTrans" cxnId="{E258ACCC-A9CD-444E-B7BE-1EC8D2F55956}">
      <dgm:prSet/>
      <dgm:spPr/>
      <dgm:t>
        <a:bodyPr/>
        <a:lstStyle/>
        <a:p>
          <a:endParaRPr lang="en-US"/>
        </a:p>
      </dgm:t>
    </dgm:pt>
    <dgm:pt modelId="{8BA38A5C-B84A-4B46-AA49-EF07FFE56966}" type="sibTrans" cxnId="{E258ACCC-A9CD-444E-B7BE-1EC8D2F55956}">
      <dgm:prSet/>
      <dgm:spPr/>
      <dgm:t>
        <a:bodyPr/>
        <a:lstStyle/>
        <a:p>
          <a:endParaRPr lang="en-US"/>
        </a:p>
      </dgm:t>
    </dgm:pt>
    <dgm:pt modelId="{0089E63E-C138-47CB-A531-C5474D1B3105}">
      <dgm:prSet phldrT="[Text]"/>
      <dgm:spPr/>
      <dgm:t>
        <a:bodyPr/>
        <a:lstStyle/>
        <a:p>
          <a:r>
            <a:rPr lang="en-US" dirty="0" smtClean="0"/>
            <a:t>[Text]</a:t>
          </a:r>
          <a:endParaRPr lang="en-US" dirty="0"/>
        </a:p>
      </dgm:t>
    </dgm:pt>
    <dgm:pt modelId="{E37FC69F-BBFA-45DD-AD15-56E7D6A98BD9}" type="parTrans" cxnId="{74A0DCDF-6362-438B-A5F0-837EB1CF3462}">
      <dgm:prSet/>
      <dgm:spPr/>
      <dgm:t>
        <a:bodyPr/>
        <a:lstStyle/>
        <a:p>
          <a:endParaRPr lang="en-US"/>
        </a:p>
      </dgm:t>
    </dgm:pt>
    <dgm:pt modelId="{7DBA5D15-5B0F-42A9-8F32-8D2252B3B5A4}" type="sibTrans" cxnId="{74A0DCDF-6362-438B-A5F0-837EB1CF3462}">
      <dgm:prSet/>
      <dgm:spPr/>
      <dgm:t>
        <a:bodyPr/>
        <a:lstStyle/>
        <a:p>
          <a:endParaRPr lang="en-US"/>
        </a:p>
      </dgm:t>
    </dgm:pt>
    <dgm:pt modelId="{BEB4DC7B-38A4-4597-905E-4C236323EB58}" type="pres">
      <dgm:prSet presAssocID="{447D3246-2D1E-4728-99E8-39D827D8301A}" presName="Name0" presStyleCnt="0">
        <dgm:presLayoutVars>
          <dgm:dir/>
          <dgm:animLvl val="lvl"/>
          <dgm:resizeHandles val="exact"/>
        </dgm:presLayoutVars>
      </dgm:prSet>
      <dgm:spPr/>
    </dgm:pt>
    <dgm:pt modelId="{9EAA0F4A-50D5-4D63-BF1D-ADF9C13AD84D}" type="pres">
      <dgm:prSet presAssocID="{72B69BD1-3DFF-42DE-8119-008C5D76DFA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126881-3E9C-4BF6-8E58-2AC961F90488}" type="pres">
      <dgm:prSet presAssocID="{67FC7221-4743-4536-A070-8B4ACDF18D18}" presName="parTxOnlySpace" presStyleCnt="0"/>
      <dgm:spPr/>
    </dgm:pt>
    <dgm:pt modelId="{4D4F866A-7FF8-446C-98C6-85608E05EE6F}" type="pres">
      <dgm:prSet presAssocID="{B0299CFA-0E2D-4E8E-878D-849FF6D57D11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7EBF5D-8E08-4DE6-8373-39421087DFC6}" type="pres">
      <dgm:prSet presAssocID="{5C737253-4413-4AD7-BF0E-F8FE4BC0A9E8}" presName="parTxOnlySpace" presStyleCnt="0"/>
      <dgm:spPr/>
    </dgm:pt>
    <dgm:pt modelId="{645D98C5-74D9-4650-982E-8CC37441F15D}" type="pres">
      <dgm:prSet presAssocID="{600EC024-09F0-43AB-99A1-4D24D7155BEF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9A39B4-C4B9-4FD4-8FD0-B36EA91D4D46}" type="pres">
      <dgm:prSet presAssocID="{D291F147-D9C0-48A9-AE58-664A1BED8282}" presName="parTxOnlySpace" presStyleCnt="0"/>
      <dgm:spPr/>
    </dgm:pt>
    <dgm:pt modelId="{29977571-3AA1-4EEB-BB17-B7A641268D52}" type="pres">
      <dgm:prSet presAssocID="{0089E63E-C138-47CB-A531-C5474D1B3105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E5C6F8-BD62-4F72-9EE8-39AD4621B559}" type="pres">
      <dgm:prSet presAssocID="{7DBA5D15-5B0F-42A9-8F32-8D2252B3B5A4}" presName="parTxOnlySpace" presStyleCnt="0"/>
      <dgm:spPr/>
    </dgm:pt>
    <dgm:pt modelId="{53FD5992-171A-4876-B14A-78361DDAD61C}" type="pres">
      <dgm:prSet presAssocID="{53AEC63E-9622-4FF2-B3A1-567750938A3C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759582D-7611-40F2-BAEA-93D12A420D3C}" srcId="{447D3246-2D1E-4728-99E8-39D827D8301A}" destId="{72B69BD1-3DFF-42DE-8119-008C5D76DFA3}" srcOrd="0" destOrd="0" parTransId="{F0F3DB17-D10B-423C-AEBF-B454DF4E7EEF}" sibTransId="{67FC7221-4743-4536-A070-8B4ACDF18D18}"/>
    <dgm:cxn modelId="{FECD9FCC-45E5-4FF7-81EF-A23C6727A248}" type="presOf" srcId="{53AEC63E-9622-4FF2-B3A1-567750938A3C}" destId="{53FD5992-171A-4876-B14A-78361DDAD61C}" srcOrd="0" destOrd="0" presId="urn:microsoft.com/office/officeart/2005/8/layout/chevron1"/>
    <dgm:cxn modelId="{F09D4FA9-D11D-4DE5-81FC-BF2B2333309C}" type="presOf" srcId="{600EC024-09F0-43AB-99A1-4D24D7155BEF}" destId="{645D98C5-74D9-4650-982E-8CC37441F15D}" srcOrd="0" destOrd="0" presId="urn:microsoft.com/office/officeart/2005/8/layout/chevron1"/>
    <dgm:cxn modelId="{D320225A-2514-4142-8149-E540ECB0BC59}" srcId="{447D3246-2D1E-4728-99E8-39D827D8301A}" destId="{B0299CFA-0E2D-4E8E-878D-849FF6D57D11}" srcOrd="1" destOrd="0" parTransId="{7C712F17-034F-4139-B5C7-E13748EAFEA4}" sibTransId="{5C737253-4413-4AD7-BF0E-F8FE4BC0A9E8}"/>
    <dgm:cxn modelId="{74A0DCDF-6362-438B-A5F0-837EB1CF3462}" srcId="{447D3246-2D1E-4728-99E8-39D827D8301A}" destId="{0089E63E-C138-47CB-A531-C5474D1B3105}" srcOrd="3" destOrd="0" parTransId="{E37FC69F-BBFA-45DD-AD15-56E7D6A98BD9}" sibTransId="{7DBA5D15-5B0F-42A9-8F32-8D2252B3B5A4}"/>
    <dgm:cxn modelId="{C11A5B56-046B-41A7-A7CA-FF2B1927A01D}" type="presOf" srcId="{72B69BD1-3DFF-42DE-8119-008C5D76DFA3}" destId="{9EAA0F4A-50D5-4D63-BF1D-ADF9C13AD84D}" srcOrd="0" destOrd="0" presId="urn:microsoft.com/office/officeart/2005/8/layout/chevron1"/>
    <dgm:cxn modelId="{FC07CEE4-5045-404D-A27B-DC4BF8C47BE8}" type="presOf" srcId="{0089E63E-C138-47CB-A531-C5474D1B3105}" destId="{29977571-3AA1-4EEB-BB17-B7A641268D52}" srcOrd="0" destOrd="0" presId="urn:microsoft.com/office/officeart/2005/8/layout/chevron1"/>
    <dgm:cxn modelId="{6322BDEE-4B95-4DAF-98D5-333E7CFBA701}" type="presOf" srcId="{447D3246-2D1E-4728-99E8-39D827D8301A}" destId="{BEB4DC7B-38A4-4597-905E-4C236323EB58}" srcOrd="0" destOrd="0" presId="urn:microsoft.com/office/officeart/2005/8/layout/chevron1"/>
    <dgm:cxn modelId="{46537710-6A44-479D-A89C-C54373F6FB13}" type="presOf" srcId="{B0299CFA-0E2D-4E8E-878D-849FF6D57D11}" destId="{4D4F866A-7FF8-446C-98C6-85608E05EE6F}" srcOrd="0" destOrd="0" presId="urn:microsoft.com/office/officeart/2005/8/layout/chevron1"/>
    <dgm:cxn modelId="{2576222E-D86B-4CA9-9308-D42EE5815B09}" srcId="{447D3246-2D1E-4728-99E8-39D827D8301A}" destId="{600EC024-09F0-43AB-99A1-4D24D7155BEF}" srcOrd="2" destOrd="0" parTransId="{E2CF4944-D119-4593-9E2F-463CC104C48D}" sibTransId="{D291F147-D9C0-48A9-AE58-664A1BED8282}"/>
    <dgm:cxn modelId="{E258ACCC-A9CD-444E-B7BE-1EC8D2F55956}" srcId="{447D3246-2D1E-4728-99E8-39D827D8301A}" destId="{53AEC63E-9622-4FF2-B3A1-567750938A3C}" srcOrd="4" destOrd="0" parTransId="{CC3D1594-1E2D-4D39-9D4E-7EA871F848AF}" sibTransId="{8BA38A5C-B84A-4B46-AA49-EF07FFE56966}"/>
    <dgm:cxn modelId="{0F676CFC-023B-4203-9526-3D8F1609CFCA}" type="presParOf" srcId="{BEB4DC7B-38A4-4597-905E-4C236323EB58}" destId="{9EAA0F4A-50D5-4D63-BF1D-ADF9C13AD84D}" srcOrd="0" destOrd="0" presId="urn:microsoft.com/office/officeart/2005/8/layout/chevron1"/>
    <dgm:cxn modelId="{54E7FF96-BF75-4310-86C5-52E594DFEE1C}" type="presParOf" srcId="{BEB4DC7B-38A4-4597-905E-4C236323EB58}" destId="{57126881-3E9C-4BF6-8E58-2AC961F90488}" srcOrd="1" destOrd="0" presId="urn:microsoft.com/office/officeart/2005/8/layout/chevron1"/>
    <dgm:cxn modelId="{6A507B0A-FB1B-462D-ADB3-F0C22CFA3250}" type="presParOf" srcId="{BEB4DC7B-38A4-4597-905E-4C236323EB58}" destId="{4D4F866A-7FF8-446C-98C6-85608E05EE6F}" srcOrd="2" destOrd="0" presId="urn:microsoft.com/office/officeart/2005/8/layout/chevron1"/>
    <dgm:cxn modelId="{A6A6C0A0-E5B3-4581-83F7-07C143194B8B}" type="presParOf" srcId="{BEB4DC7B-38A4-4597-905E-4C236323EB58}" destId="{197EBF5D-8E08-4DE6-8373-39421087DFC6}" srcOrd="3" destOrd="0" presId="urn:microsoft.com/office/officeart/2005/8/layout/chevron1"/>
    <dgm:cxn modelId="{E8292AD5-A620-4605-957F-CE1180F0BFAA}" type="presParOf" srcId="{BEB4DC7B-38A4-4597-905E-4C236323EB58}" destId="{645D98C5-74D9-4650-982E-8CC37441F15D}" srcOrd="4" destOrd="0" presId="urn:microsoft.com/office/officeart/2005/8/layout/chevron1"/>
    <dgm:cxn modelId="{F7431D23-A8D6-4829-BB91-4A17A9CB392E}" type="presParOf" srcId="{BEB4DC7B-38A4-4597-905E-4C236323EB58}" destId="{B29A39B4-C4B9-4FD4-8FD0-B36EA91D4D46}" srcOrd="5" destOrd="0" presId="urn:microsoft.com/office/officeart/2005/8/layout/chevron1"/>
    <dgm:cxn modelId="{87C75592-65C2-4796-858E-134724C13CE4}" type="presParOf" srcId="{BEB4DC7B-38A4-4597-905E-4C236323EB58}" destId="{29977571-3AA1-4EEB-BB17-B7A641268D52}" srcOrd="6" destOrd="0" presId="urn:microsoft.com/office/officeart/2005/8/layout/chevron1"/>
    <dgm:cxn modelId="{A3F37CFF-394B-4F67-931D-7606190EB34A}" type="presParOf" srcId="{BEB4DC7B-38A4-4597-905E-4C236323EB58}" destId="{39E5C6F8-BD62-4F72-9EE8-39AD4621B559}" srcOrd="7" destOrd="0" presId="urn:microsoft.com/office/officeart/2005/8/layout/chevron1"/>
    <dgm:cxn modelId="{DD65E827-7F84-4AD5-BBDC-C559AB592D19}" type="presParOf" srcId="{BEB4DC7B-38A4-4597-905E-4C236323EB58}" destId="{53FD5992-171A-4876-B14A-78361DDAD61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AA0F4A-50D5-4D63-BF1D-ADF9C13AD84D}">
      <dsp:nvSpPr>
        <dsp:cNvPr id="0" name=""/>
        <dsp:cNvSpPr/>
      </dsp:nvSpPr>
      <dsp:spPr>
        <a:xfrm>
          <a:off x="1612" y="1914343"/>
          <a:ext cx="1434951" cy="573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 dirty="0"/>
        </a:p>
      </dsp:txBody>
      <dsp:txXfrm>
        <a:off x="288602" y="1914343"/>
        <a:ext cx="860971" cy="573980"/>
      </dsp:txXfrm>
    </dsp:sp>
    <dsp:sp modelId="{4D4F866A-7FF8-446C-98C6-85608E05EE6F}">
      <dsp:nvSpPr>
        <dsp:cNvPr id="0" name=""/>
        <dsp:cNvSpPr/>
      </dsp:nvSpPr>
      <dsp:spPr>
        <a:xfrm>
          <a:off x="1293068" y="1914343"/>
          <a:ext cx="1434951" cy="573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 dirty="0"/>
        </a:p>
      </dsp:txBody>
      <dsp:txXfrm>
        <a:off x="1580058" y="1914343"/>
        <a:ext cx="860971" cy="573980"/>
      </dsp:txXfrm>
    </dsp:sp>
    <dsp:sp modelId="{645D98C5-74D9-4650-982E-8CC37441F15D}">
      <dsp:nvSpPr>
        <dsp:cNvPr id="0" name=""/>
        <dsp:cNvSpPr/>
      </dsp:nvSpPr>
      <dsp:spPr>
        <a:xfrm>
          <a:off x="2584524" y="1914343"/>
          <a:ext cx="1434951" cy="573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 dirty="0"/>
        </a:p>
      </dsp:txBody>
      <dsp:txXfrm>
        <a:off x="2871514" y="1914343"/>
        <a:ext cx="860971" cy="573980"/>
      </dsp:txXfrm>
    </dsp:sp>
    <dsp:sp modelId="{29977571-3AA1-4EEB-BB17-B7A641268D52}">
      <dsp:nvSpPr>
        <dsp:cNvPr id="0" name=""/>
        <dsp:cNvSpPr/>
      </dsp:nvSpPr>
      <dsp:spPr>
        <a:xfrm>
          <a:off x="3875980" y="1914343"/>
          <a:ext cx="1434951" cy="573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[Text]</a:t>
          </a:r>
          <a:endParaRPr lang="en-US" sz="2500" kern="1200" dirty="0"/>
        </a:p>
      </dsp:txBody>
      <dsp:txXfrm>
        <a:off x="4162970" y="1914343"/>
        <a:ext cx="860971" cy="573980"/>
      </dsp:txXfrm>
    </dsp:sp>
    <dsp:sp modelId="{53FD5992-171A-4876-B14A-78361DDAD61C}">
      <dsp:nvSpPr>
        <dsp:cNvPr id="0" name=""/>
        <dsp:cNvSpPr/>
      </dsp:nvSpPr>
      <dsp:spPr>
        <a:xfrm>
          <a:off x="5167436" y="1914343"/>
          <a:ext cx="1434951" cy="573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[Text]</a:t>
          </a:r>
          <a:endParaRPr lang="en-US" sz="2500" kern="1200" dirty="0"/>
        </a:p>
      </dsp:txBody>
      <dsp:txXfrm>
        <a:off x="5454426" y="1914343"/>
        <a:ext cx="860971" cy="573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3B4C1-619E-45BD-9A64-723E4A6373D6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35750" y="1285875"/>
            <a:ext cx="50165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84812-F57E-44FD-9E7D-3F54683AE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7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1pPr>
    <a:lvl2pPr marL="268194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2pPr>
    <a:lvl3pPr marL="536387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3pPr>
    <a:lvl4pPr marL="804581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4pPr>
    <a:lvl5pPr marL="1072774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5pPr>
    <a:lvl6pPr marL="1340968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6pPr>
    <a:lvl7pPr marL="1609161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7pPr>
    <a:lvl8pPr marL="1877355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8pPr>
    <a:lvl9pPr marL="2145548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28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45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687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20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53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95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8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42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90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63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84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79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635750" y="1285875"/>
            <a:ext cx="5016500" cy="3471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84812-F57E-44FD-9E7D-3F54683AE2D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25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21259" y="5110357"/>
            <a:ext cx="6814503" cy="1747943"/>
          </a:xfrm>
          <a:custGeom>
            <a:avLst/>
            <a:gdLst/>
            <a:ahLst/>
            <a:cxnLst/>
            <a:rect l="l" t="t" r="r" b="b"/>
            <a:pathLst>
              <a:path w="12580619" h="2621915">
                <a:moveTo>
                  <a:pt x="8780628" y="1559538"/>
                </a:moveTo>
                <a:lnTo>
                  <a:pt x="12580273" y="1559538"/>
                </a:lnTo>
                <a:lnTo>
                  <a:pt x="12580273" y="1524710"/>
                </a:lnTo>
                <a:lnTo>
                  <a:pt x="8796121" y="1524710"/>
                </a:lnTo>
                <a:lnTo>
                  <a:pt x="8017600" y="781704"/>
                </a:lnTo>
                <a:lnTo>
                  <a:pt x="8796121" y="34828"/>
                </a:lnTo>
                <a:lnTo>
                  <a:pt x="12580273" y="34828"/>
                </a:lnTo>
                <a:lnTo>
                  <a:pt x="12580273" y="0"/>
                </a:lnTo>
                <a:lnTo>
                  <a:pt x="8780628" y="0"/>
                </a:lnTo>
                <a:lnTo>
                  <a:pt x="7986614" y="762355"/>
                </a:lnTo>
                <a:lnTo>
                  <a:pt x="4190842" y="762355"/>
                </a:lnTo>
                <a:lnTo>
                  <a:pt x="4165490" y="797183"/>
                </a:lnTo>
                <a:lnTo>
                  <a:pt x="7986614" y="797183"/>
                </a:lnTo>
                <a:lnTo>
                  <a:pt x="8780628" y="1559538"/>
                </a:lnTo>
                <a:close/>
              </a:path>
              <a:path w="12580619" h="2621915">
                <a:moveTo>
                  <a:pt x="3783552" y="2621464"/>
                </a:moveTo>
                <a:lnTo>
                  <a:pt x="3828901" y="2621464"/>
                </a:lnTo>
                <a:lnTo>
                  <a:pt x="3358096" y="1973609"/>
                </a:lnTo>
                <a:lnTo>
                  <a:pt x="4210208" y="797183"/>
                </a:lnTo>
                <a:lnTo>
                  <a:pt x="4165490" y="797183"/>
                </a:lnTo>
                <a:lnTo>
                  <a:pt x="3323238" y="1954260"/>
                </a:lnTo>
                <a:lnTo>
                  <a:pt x="0" y="1954260"/>
                </a:lnTo>
                <a:lnTo>
                  <a:pt x="0" y="1989089"/>
                </a:lnTo>
                <a:lnTo>
                  <a:pt x="3323238" y="1989089"/>
                </a:lnTo>
                <a:lnTo>
                  <a:pt x="3783552" y="2621464"/>
                </a:lnTo>
                <a:close/>
              </a:path>
              <a:path w="12580619" h="2621915">
                <a:moveTo>
                  <a:pt x="8533106" y="2621464"/>
                </a:moveTo>
                <a:lnTo>
                  <a:pt x="8587656" y="2621464"/>
                </a:lnTo>
                <a:lnTo>
                  <a:pt x="8796121" y="2422509"/>
                </a:lnTo>
                <a:lnTo>
                  <a:pt x="12580273" y="2422509"/>
                </a:lnTo>
                <a:lnTo>
                  <a:pt x="12580273" y="2383811"/>
                </a:lnTo>
                <a:lnTo>
                  <a:pt x="8780628" y="2383811"/>
                </a:lnTo>
                <a:lnTo>
                  <a:pt x="8533106" y="2621464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17" name="bg object 17"/>
          <p:cNvSpPr/>
          <p:nvPr/>
        </p:nvSpPr>
        <p:spPr>
          <a:xfrm>
            <a:off x="6833881" y="2081390"/>
            <a:ext cx="3072236" cy="4776893"/>
          </a:xfrm>
          <a:custGeom>
            <a:avLst/>
            <a:gdLst/>
            <a:ahLst/>
            <a:cxnLst/>
            <a:rect l="l" t="t" r="r" b="b"/>
            <a:pathLst>
              <a:path w="5671819" h="7165340">
                <a:moveTo>
                  <a:pt x="5671603" y="7164914"/>
                </a:moveTo>
                <a:lnTo>
                  <a:pt x="2524367" y="7164914"/>
                </a:lnTo>
                <a:lnTo>
                  <a:pt x="0" y="4640547"/>
                </a:lnTo>
                <a:lnTo>
                  <a:pt x="4640547" y="0"/>
                </a:lnTo>
                <a:lnTo>
                  <a:pt x="5671603" y="1031056"/>
                </a:lnTo>
                <a:lnTo>
                  <a:pt x="5671603" y="7164914"/>
                </a:lnTo>
                <a:close/>
              </a:path>
            </a:pathLst>
          </a:custGeom>
          <a:solidFill>
            <a:srgbClr val="002629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18" name="bg object 18"/>
          <p:cNvSpPr/>
          <p:nvPr/>
        </p:nvSpPr>
        <p:spPr>
          <a:xfrm>
            <a:off x="7108757" y="2416051"/>
            <a:ext cx="2797413" cy="4442037"/>
          </a:xfrm>
          <a:custGeom>
            <a:avLst/>
            <a:gdLst/>
            <a:ahLst/>
            <a:cxnLst/>
            <a:rect l="l" t="t" r="r" b="b"/>
            <a:pathLst>
              <a:path w="5164455" h="6663055">
                <a:moveTo>
                  <a:pt x="2527516" y="6662923"/>
                </a:moveTo>
                <a:lnTo>
                  <a:pt x="0" y="4135407"/>
                </a:lnTo>
                <a:lnTo>
                  <a:pt x="4135407" y="0"/>
                </a:lnTo>
                <a:lnTo>
                  <a:pt x="5164141" y="1028733"/>
                </a:lnTo>
                <a:lnTo>
                  <a:pt x="5164141" y="1286682"/>
                </a:lnTo>
                <a:lnTo>
                  <a:pt x="4135407" y="257948"/>
                </a:lnTo>
                <a:lnTo>
                  <a:pt x="260692" y="4132663"/>
                </a:lnTo>
                <a:lnTo>
                  <a:pt x="2790953" y="6662923"/>
                </a:lnTo>
                <a:lnTo>
                  <a:pt x="2527516" y="6662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19" name="bg object 19"/>
          <p:cNvSpPr/>
          <p:nvPr/>
        </p:nvSpPr>
        <p:spPr>
          <a:xfrm>
            <a:off x="6833879" y="0"/>
            <a:ext cx="3072236" cy="3437467"/>
          </a:xfrm>
          <a:custGeom>
            <a:avLst/>
            <a:gdLst/>
            <a:ahLst/>
            <a:cxnLst/>
            <a:rect l="l" t="t" r="r" b="b"/>
            <a:pathLst>
              <a:path w="5671819" h="5156200">
                <a:moveTo>
                  <a:pt x="5671605" y="3121350"/>
                </a:moveTo>
                <a:lnTo>
                  <a:pt x="3637003" y="5155952"/>
                </a:lnTo>
                <a:lnTo>
                  <a:pt x="0" y="1518948"/>
                </a:lnTo>
                <a:lnTo>
                  <a:pt x="1518948" y="0"/>
                </a:lnTo>
                <a:lnTo>
                  <a:pt x="5671605" y="0"/>
                </a:lnTo>
                <a:lnTo>
                  <a:pt x="5671605" y="3121350"/>
                </a:lnTo>
                <a:close/>
              </a:path>
            </a:pathLst>
          </a:custGeom>
          <a:solidFill>
            <a:srgbClr val="002629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0" name="bg object 20"/>
          <p:cNvSpPr/>
          <p:nvPr/>
        </p:nvSpPr>
        <p:spPr>
          <a:xfrm>
            <a:off x="7049430" y="0"/>
            <a:ext cx="2856574" cy="3170767"/>
          </a:xfrm>
          <a:custGeom>
            <a:avLst/>
            <a:gdLst/>
            <a:ahLst/>
            <a:cxnLst/>
            <a:rect l="l" t="t" r="r" b="b"/>
            <a:pathLst>
              <a:path w="5273675" h="4756150">
                <a:moveTo>
                  <a:pt x="5273669" y="512632"/>
                </a:moveTo>
                <a:lnTo>
                  <a:pt x="4761037" y="0"/>
                </a:lnTo>
                <a:lnTo>
                  <a:pt x="4963110" y="0"/>
                </a:lnTo>
                <a:lnTo>
                  <a:pt x="5273669" y="310559"/>
                </a:lnTo>
                <a:lnTo>
                  <a:pt x="5273669" y="512632"/>
                </a:lnTo>
                <a:close/>
              </a:path>
              <a:path w="5273675" h="4756150">
                <a:moveTo>
                  <a:pt x="3342813" y="4652583"/>
                </a:moveTo>
                <a:lnTo>
                  <a:pt x="3239627" y="4549397"/>
                </a:lnTo>
                <a:lnTo>
                  <a:pt x="5273669" y="2515354"/>
                </a:lnTo>
                <a:lnTo>
                  <a:pt x="5273669" y="2721727"/>
                </a:lnTo>
                <a:lnTo>
                  <a:pt x="3342813" y="4652583"/>
                </a:lnTo>
                <a:close/>
              </a:path>
              <a:path w="5273675" h="4756150">
                <a:moveTo>
                  <a:pt x="3239627" y="4755770"/>
                </a:moveTo>
                <a:lnTo>
                  <a:pt x="0" y="1516143"/>
                </a:lnTo>
                <a:lnTo>
                  <a:pt x="1516143" y="0"/>
                </a:lnTo>
                <a:lnTo>
                  <a:pt x="1718216" y="0"/>
                </a:lnTo>
                <a:lnTo>
                  <a:pt x="204223" y="1513993"/>
                </a:lnTo>
                <a:lnTo>
                  <a:pt x="3342813" y="4652583"/>
                </a:lnTo>
                <a:lnTo>
                  <a:pt x="3239627" y="4755770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1" name="bg object 21"/>
          <p:cNvSpPr/>
          <p:nvPr/>
        </p:nvSpPr>
        <p:spPr>
          <a:xfrm>
            <a:off x="7257237" y="1"/>
            <a:ext cx="2648823" cy="5110903"/>
          </a:xfrm>
          <a:custGeom>
            <a:avLst/>
            <a:gdLst/>
            <a:ahLst/>
            <a:cxnLst/>
            <a:rect l="l" t="t" r="r" b="b"/>
            <a:pathLst>
              <a:path w="4890134" h="7666355">
                <a:moveTo>
                  <a:pt x="4890023" y="6742785"/>
                </a:moveTo>
                <a:lnTo>
                  <a:pt x="3967027" y="7665781"/>
                </a:lnTo>
                <a:lnTo>
                  <a:pt x="0" y="3698753"/>
                </a:lnTo>
                <a:lnTo>
                  <a:pt x="3698753" y="0"/>
                </a:lnTo>
                <a:lnTo>
                  <a:pt x="4235302" y="0"/>
                </a:lnTo>
                <a:lnTo>
                  <a:pt x="4890023" y="654721"/>
                </a:lnTo>
                <a:lnTo>
                  <a:pt x="4890023" y="6742785"/>
                </a:lnTo>
                <a:close/>
              </a:path>
            </a:pathLst>
          </a:custGeom>
          <a:solidFill>
            <a:srgbClr val="000000">
              <a:alpha val="29798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2" name="bg object 22"/>
          <p:cNvSpPr/>
          <p:nvPr/>
        </p:nvSpPr>
        <p:spPr>
          <a:xfrm>
            <a:off x="7315754" y="1"/>
            <a:ext cx="2590350" cy="5110903"/>
          </a:xfrm>
          <a:custGeom>
            <a:avLst/>
            <a:gdLst/>
            <a:ahLst/>
            <a:cxnLst/>
            <a:rect l="l" t="t" r="r" b="b"/>
            <a:pathLst>
              <a:path w="4782184" h="7666355">
                <a:moveTo>
                  <a:pt x="4781993" y="6850816"/>
                </a:moveTo>
                <a:lnTo>
                  <a:pt x="3967027" y="7665781"/>
                </a:lnTo>
                <a:lnTo>
                  <a:pt x="0" y="3698753"/>
                </a:lnTo>
                <a:lnTo>
                  <a:pt x="3698753" y="0"/>
                </a:lnTo>
                <a:lnTo>
                  <a:pt x="4235302" y="0"/>
                </a:lnTo>
                <a:lnTo>
                  <a:pt x="4781993" y="546691"/>
                </a:lnTo>
                <a:lnTo>
                  <a:pt x="4781993" y="6850816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3" name="bg object 23"/>
          <p:cNvSpPr/>
          <p:nvPr/>
        </p:nvSpPr>
        <p:spPr>
          <a:xfrm>
            <a:off x="7549019" y="108667"/>
            <a:ext cx="2357146" cy="4714663"/>
          </a:xfrm>
          <a:custGeom>
            <a:avLst/>
            <a:gdLst/>
            <a:ahLst/>
            <a:cxnLst/>
            <a:rect l="l" t="t" r="r" b="b"/>
            <a:pathLst>
              <a:path w="4351655" h="7071995">
                <a:moveTo>
                  <a:pt x="3535975" y="7071951"/>
                </a:moveTo>
                <a:lnTo>
                  <a:pt x="0" y="3535975"/>
                </a:lnTo>
                <a:lnTo>
                  <a:pt x="3535975" y="0"/>
                </a:lnTo>
                <a:lnTo>
                  <a:pt x="4351348" y="815372"/>
                </a:lnTo>
                <a:lnTo>
                  <a:pt x="4351348" y="1035931"/>
                </a:lnTo>
                <a:lnTo>
                  <a:pt x="3535975" y="220558"/>
                </a:lnTo>
                <a:lnTo>
                  <a:pt x="222904" y="3533629"/>
                </a:lnTo>
                <a:lnTo>
                  <a:pt x="3648601" y="6959326"/>
                </a:lnTo>
                <a:lnTo>
                  <a:pt x="3535975" y="7071951"/>
                </a:lnTo>
                <a:close/>
              </a:path>
              <a:path w="4351655" h="7071995">
                <a:moveTo>
                  <a:pt x="3648601" y="6959326"/>
                </a:moveTo>
                <a:lnTo>
                  <a:pt x="3535975" y="6846700"/>
                </a:lnTo>
                <a:lnTo>
                  <a:pt x="4351348" y="6031327"/>
                </a:lnTo>
                <a:lnTo>
                  <a:pt x="4351348" y="6256579"/>
                </a:lnTo>
                <a:lnTo>
                  <a:pt x="3648601" y="69593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4" name="bg object 24"/>
          <p:cNvSpPr/>
          <p:nvPr/>
        </p:nvSpPr>
        <p:spPr>
          <a:xfrm>
            <a:off x="0" y="426552"/>
            <a:ext cx="2030730" cy="583353"/>
          </a:xfrm>
          <a:custGeom>
            <a:avLst/>
            <a:gdLst/>
            <a:ahLst/>
            <a:cxnLst/>
            <a:rect l="l" t="t" r="r" b="b"/>
            <a:pathLst>
              <a:path w="3749040" h="875030">
                <a:moveTo>
                  <a:pt x="3664000" y="874896"/>
                </a:moveTo>
                <a:lnTo>
                  <a:pt x="3631024" y="868247"/>
                </a:lnTo>
                <a:lnTo>
                  <a:pt x="3604062" y="850127"/>
                </a:lnTo>
                <a:lnTo>
                  <a:pt x="3585866" y="823277"/>
                </a:lnTo>
                <a:lnTo>
                  <a:pt x="3579189" y="790438"/>
                </a:lnTo>
                <a:lnTo>
                  <a:pt x="3580582" y="774806"/>
                </a:lnTo>
                <a:lnTo>
                  <a:pt x="3584626" y="760391"/>
                </a:lnTo>
                <a:lnTo>
                  <a:pt x="3591116" y="747194"/>
                </a:lnTo>
                <a:lnTo>
                  <a:pt x="3599848" y="735216"/>
                </a:lnTo>
                <a:lnTo>
                  <a:pt x="3005084" y="28152"/>
                </a:lnTo>
                <a:lnTo>
                  <a:pt x="0" y="28152"/>
                </a:lnTo>
                <a:lnTo>
                  <a:pt x="0" y="0"/>
                </a:lnTo>
                <a:lnTo>
                  <a:pt x="3017044" y="0"/>
                </a:lnTo>
                <a:lnTo>
                  <a:pt x="3619420" y="717891"/>
                </a:lnTo>
                <a:lnTo>
                  <a:pt x="3703078" y="717891"/>
                </a:lnTo>
                <a:lnTo>
                  <a:pt x="3722036" y="730343"/>
                </a:lnTo>
                <a:lnTo>
                  <a:pt x="3740877" y="757142"/>
                </a:lnTo>
                <a:lnTo>
                  <a:pt x="3748811" y="790438"/>
                </a:lnTo>
                <a:lnTo>
                  <a:pt x="3742134" y="823277"/>
                </a:lnTo>
                <a:lnTo>
                  <a:pt x="3723938" y="850127"/>
                </a:lnTo>
                <a:lnTo>
                  <a:pt x="3696976" y="868247"/>
                </a:lnTo>
                <a:lnTo>
                  <a:pt x="3664000" y="874896"/>
                </a:lnTo>
                <a:close/>
              </a:path>
              <a:path w="3749040" h="875030">
                <a:moveTo>
                  <a:pt x="3703078" y="717891"/>
                </a:moveTo>
                <a:lnTo>
                  <a:pt x="3619420" y="717891"/>
                </a:lnTo>
                <a:lnTo>
                  <a:pt x="3628951" y="712833"/>
                </a:lnTo>
                <a:lnTo>
                  <a:pt x="3639400" y="709094"/>
                </a:lnTo>
                <a:lnTo>
                  <a:pt x="3650460" y="706776"/>
                </a:lnTo>
                <a:lnTo>
                  <a:pt x="3661825" y="705980"/>
                </a:lnTo>
                <a:lnTo>
                  <a:pt x="3694836" y="712477"/>
                </a:lnTo>
                <a:lnTo>
                  <a:pt x="3703078" y="717891"/>
                </a:lnTo>
                <a:close/>
              </a:path>
            </a:pathLst>
          </a:custGeom>
          <a:solidFill>
            <a:srgbClr val="002629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5" name="bg object 25"/>
          <p:cNvSpPr/>
          <p:nvPr/>
        </p:nvSpPr>
        <p:spPr>
          <a:xfrm>
            <a:off x="0" y="5356346"/>
            <a:ext cx="1430867" cy="1501987"/>
          </a:xfrm>
          <a:custGeom>
            <a:avLst/>
            <a:gdLst/>
            <a:ahLst/>
            <a:cxnLst/>
            <a:rect l="l" t="t" r="r" b="b"/>
            <a:pathLst>
              <a:path w="2641600" h="2252979">
                <a:moveTo>
                  <a:pt x="2489587" y="2252480"/>
                </a:moveTo>
                <a:lnTo>
                  <a:pt x="2470044" y="2252480"/>
                </a:lnTo>
                <a:lnTo>
                  <a:pt x="2474864" y="2242615"/>
                </a:lnTo>
                <a:lnTo>
                  <a:pt x="2485704" y="2219350"/>
                </a:lnTo>
                <a:lnTo>
                  <a:pt x="2496014" y="2196084"/>
                </a:lnTo>
                <a:lnTo>
                  <a:pt x="2505796" y="2172819"/>
                </a:lnTo>
                <a:lnTo>
                  <a:pt x="2507206" y="2168589"/>
                </a:lnTo>
                <a:lnTo>
                  <a:pt x="2512846" y="2165769"/>
                </a:lnTo>
                <a:lnTo>
                  <a:pt x="2517076" y="2168589"/>
                </a:lnTo>
                <a:lnTo>
                  <a:pt x="2521306" y="2169999"/>
                </a:lnTo>
                <a:lnTo>
                  <a:pt x="2524126" y="2175639"/>
                </a:lnTo>
                <a:lnTo>
                  <a:pt x="2521306" y="2179869"/>
                </a:lnTo>
                <a:lnTo>
                  <a:pt x="2511524" y="2203355"/>
                </a:lnTo>
                <a:lnTo>
                  <a:pt x="2501214" y="2227105"/>
                </a:lnTo>
                <a:lnTo>
                  <a:pt x="2490374" y="2250854"/>
                </a:lnTo>
                <a:lnTo>
                  <a:pt x="2489587" y="2252480"/>
                </a:lnTo>
                <a:close/>
              </a:path>
              <a:path w="2641600" h="2252979">
                <a:moveTo>
                  <a:pt x="2553736" y="2088219"/>
                </a:moveTo>
                <a:lnTo>
                  <a:pt x="2548096" y="2088219"/>
                </a:lnTo>
                <a:lnTo>
                  <a:pt x="2543866" y="2086809"/>
                </a:lnTo>
                <a:lnTo>
                  <a:pt x="2541046" y="2082579"/>
                </a:lnTo>
                <a:lnTo>
                  <a:pt x="2542457" y="2076939"/>
                </a:lnTo>
                <a:lnTo>
                  <a:pt x="2550652" y="2052616"/>
                </a:lnTo>
                <a:lnTo>
                  <a:pt x="2558319" y="2028294"/>
                </a:lnTo>
                <a:lnTo>
                  <a:pt x="2565457" y="2003971"/>
                </a:lnTo>
                <a:lnTo>
                  <a:pt x="2572067" y="1979649"/>
                </a:lnTo>
                <a:lnTo>
                  <a:pt x="2573477" y="1975419"/>
                </a:lnTo>
                <a:lnTo>
                  <a:pt x="2577707" y="1972599"/>
                </a:lnTo>
                <a:lnTo>
                  <a:pt x="2586167" y="1975419"/>
                </a:lnTo>
                <a:lnTo>
                  <a:pt x="2588987" y="1979649"/>
                </a:lnTo>
                <a:lnTo>
                  <a:pt x="2587577" y="1983879"/>
                </a:lnTo>
                <a:lnTo>
                  <a:pt x="2580967" y="2008422"/>
                </a:lnTo>
                <a:lnTo>
                  <a:pt x="2573829" y="2033229"/>
                </a:lnTo>
                <a:lnTo>
                  <a:pt x="2566162" y="2058036"/>
                </a:lnTo>
                <a:lnTo>
                  <a:pt x="2556556" y="2086809"/>
                </a:lnTo>
                <a:lnTo>
                  <a:pt x="2553736" y="2088219"/>
                </a:lnTo>
                <a:close/>
              </a:path>
              <a:path w="2641600" h="2252979">
                <a:moveTo>
                  <a:pt x="2607317" y="1890818"/>
                </a:moveTo>
                <a:lnTo>
                  <a:pt x="2601677" y="1890818"/>
                </a:lnTo>
                <a:lnTo>
                  <a:pt x="2597447" y="1889408"/>
                </a:lnTo>
                <a:lnTo>
                  <a:pt x="2594627" y="1885178"/>
                </a:lnTo>
                <a:lnTo>
                  <a:pt x="2594627" y="1880948"/>
                </a:lnTo>
                <a:lnTo>
                  <a:pt x="2599650" y="1855590"/>
                </a:lnTo>
                <a:lnTo>
                  <a:pt x="2604144" y="1830364"/>
                </a:lnTo>
                <a:lnTo>
                  <a:pt x="2608110" y="1805403"/>
                </a:lnTo>
                <a:lnTo>
                  <a:pt x="2611547" y="1780838"/>
                </a:lnTo>
                <a:lnTo>
                  <a:pt x="2611547" y="1776608"/>
                </a:lnTo>
                <a:lnTo>
                  <a:pt x="2615777" y="1772378"/>
                </a:lnTo>
                <a:lnTo>
                  <a:pt x="2621416" y="1773788"/>
                </a:lnTo>
                <a:lnTo>
                  <a:pt x="2625647" y="1773788"/>
                </a:lnTo>
                <a:lnTo>
                  <a:pt x="2629877" y="1778018"/>
                </a:lnTo>
                <a:lnTo>
                  <a:pt x="2628467" y="1783658"/>
                </a:lnTo>
                <a:lnTo>
                  <a:pt x="2625030" y="1809038"/>
                </a:lnTo>
                <a:lnTo>
                  <a:pt x="2621064" y="1834418"/>
                </a:lnTo>
                <a:lnTo>
                  <a:pt x="2616570" y="1859798"/>
                </a:lnTo>
                <a:lnTo>
                  <a:pt x="2611546" y="1885178"/>
                </a:lnTo>
                <a:lnTo>
                  <a:pt x="2610137" y="1887998"/>
                </a:lnTo>
                <a:lnTo>
                  <a:pt x="2607317" y="1890818"/>
                </a:lnTo>
                <a:close/>
              </a:path>
              <a:path w="2641600" h="2252979">
                <a:moveTo>
                  <a:pt x="2634107" y="1687777"/>
                </a:moveTo>
                <a:lnTo>
                  <a:pt x="2624237" y="1687777"/>
                </a:lnTo>
                <a:lnTo>
                  <a:pt x="2621417" y="1683547"/>
                </a:lnTo>
                <a:lnTo>
                  <a:pt x="2621417" y="1679317"/>
                </a:lnTo>
                <a:lnTo>
                  <a:pt x="2623047" y="1653937"/>
                </a:lnTo>
                <a:lnTo>
                  <a:pt x="2623884" y="1628557"/>
                </a:lnTo>
                <a:lnTo>
                  <a:pt x="2624190" y="1603397"/>
                </a:lnTo>
                <a:lnTo>
                  <a:pt x="2624237" y="1569337"/>
                </a:lnTo>
                <a:lnTo>
                  <a:pt x="2628467" y="1565107"/>
                </a:lnTo>
                <a:lnTo>
                  <a:pt x="2636927" y="1565107"/>
                </a:lnTo>
                <a:lnTo>
                  <a:pt x="2641157" y="1569337"/>
                </a:lnTo>
                <a:lnTo>
                  <a:pt x="2641157" y="1577797"/>
                </a:lnTo>
                <a:lnTo>
                  <a:pt x="2640915" y="1603397"/>
                </a:lnTo>
                <a:lnTo>
                  <a:pt x="2640276" y="1629262"/>
                </a:lnTo>
                <a:lnTo>
                  <a:pt x="2639372" y="1655127"/>
                </a:lnTo>
                <a:lnTo>
                  <a:pt x="2638394" y="1679317"/>
                </a:lnTo>
                <a:lnTo>
                  <a:pt x="2638337" y="1683547"/>
                </a:lnTo>
                <a:lnTo>
                  <a:pt x="2634107" y="1687777"/>
                </a:lnTo>
                <a:close/>
              </a:path>
              <a:path w="2641600" h="2252979">
                <a:moveTo>
                  <a:pt x="2629877" y="1479096"/>
                </a:moveTo>
                <a:lnTo>
                  <a:pt x="2625647" y="1479096"/>
                </a:lnTo>
                <a:lnTo>
                  <a:pt x="2621417" y="1476276"/>
                </a:lnTo>
                <a:lnTo>
                  <a:pt x="2621298" y="1469226"/>
                </a:lnTo>
                <a:lnTo>
                  <a:pt x="2619280" y="1445256"/>
                </a:lnTo>
                <a:lnTo>
                  <a:pt x="2617011" y="1419876"/>
                </a:lnTo>
                <a:lnTo>
                  <a:pt x="2614477" y="1394496"/>
                </a:lnTo>
                <a:lnTo>
                  <a:pt x="2611547" y="1369116"/>
                </a:lnTo>
                <a:lnTo>
                  <a:pt x="2611547" y="1364886"/>
                </a:lnTo>
                <a:lnTo>
                  <a:pt x="2614367" y="1360656"/>
                </a:lnTo>
                <a:lnTo>
                  <a:pt x="2618597" y="1359246"/>
                </a:lnTo>
                <a:lnTo>
                  <a:pt x="2622827" y="1359246"/>
                </a:lnTo>
                <a:lnTo>
                  <a:pt x="2634459" y="1417761"/>
                </a:lnTo>
                <a:lnTo>
                  <a:pt x="2638337" y="1469226"/>
                </a:lnTo>
                <a:lnTo>
                  <a:pt x="2638337" y="1473456"/>
                </a:lnTo>
                <a:lnTo>
                  <a:pt x="2634107" y="1477686"/>
                </a:lnTo>
                <a:lnTo>
                  <a:pt x="2629877" y="1479096"/>
                </a:lnTo>
                <a:close/>
              </a:path>
              <a:path w="2641600" h="2252979">
                <a:moveTo>
                  <a:pt x="2601677" y="1274645"/>
                </a:moveTo>
                <a:lnTo>
                  <a:pt x="2597447" y="1274645"/>
                </a:lnTo>
                <a:lnTo>
                  <a:pt x="2594627" y="1271825"/>
                </a:lnTo>
                <a:lnTo>
                  <a:pt x="2593217" y="1267595"/>
                </a:lnTo>
                <a:lnTo>
                  <a:pt x="2587885" y="1242458"/>
                </a:lnTo>
                <a:lnTo>
                  <a:pt x="2582289" y="1217716"/>
                </a:lnTo>
                <a:lnTo>
                  <a:pt x="2576164" y="1193240"/>
                </a:lnTo>
                <a:lnTo>
                  <a:pt x="2569247" y="1168895"/>
                </a:lnTo>
                <a:lnTo>
                  <a:pt x="2567837" y="1164665"/>
                </a:lnTo>
                <a:lnTo>
                  <a:pt x="2570657" y="1159025"/>
                </a:lnTo>
                <a:lnTo>
                  <a:pt x="2574887" y="1159025"/>
                </a:lnTo>
                <a:lnTo>
                  <a:pt x="2579117" y="1157615"/>
                </a:lnTo>
                <a:lnTo>
                  <a:pt x="2584756" y="1160435"/>
                </a:lnTo>
                <a:lnTo>
                  <a:pt x="2584756" y="1164665"/>
                </a:lnTo>
                <a:lnTo>
                  <a:pt x="2591080" y="1189230"/>
                </a:lnTo>
                <a:lnTo>
                  <a:pt x="2597270" y="1214191"/>
                </a:lnTo>
                <a:lnTo>
                  <a:pt x="2603197" y="1239417"/>
                </a:lnTo>
                <a:lnTo>
                  <a:pt x="2608727" y="1264775"/>
                </a:lnTo>
                <a:lnTo>
                  <a:pt x="2610137" y="1269005"/>
                </a:lnTo>
                <a:lnTo>
                  <a:pt x="2607316" y="1273235"/>
                </a:lnTo>
                <a:lnTo>
                  <a:pt x="2601677" y="1274645"/>
                </a:lnTo>
                <a:close/>
              </a:path>
              <a:path w="2641600" h="2252979">
                <a:moveTo>
                  <a:pt x="2550916" y="1077244"/>
                </a:moveTo>
                <a:lnTo>
                  <a:pt x="2545276" y="1077244"/>
                </a:lnTo>
                <a:lnTo>
                  <a:pt x="2542456" y="1074424"/>
                </a:lnTo>
                <a:lnTo>
                  <a:pt x="2541046" y="1071604"/>
                </a:lnTo>
                <a:lnTo>
                  <a:pt x="2532542" y="1047502"/>
                </a:lnTo>
                <a:lnTo>
                  <a:pt x="2523774" y="1023664"/>
                </a:lnTo>
                <a:lnTo>
                  <a:pt x="2514476" y="999826"/>
                </a:lnTo>
                <a:lnTo>
                  <a:pt x="2504386" y="975724"/>
                </a:lnTo>
                <a:lnTo>
                  <a:pt x="2502976" y="971494"/>
                </a:lnTo>
                <a:lnTo>
                  <a:pt x="2504386" y="965854"/>
                </a:lnTo>
                <a:lnTo>
                  <a:pt x="2512846" y="963034"/>
                </a:lnTo>
                <a:lnTo>
                  <a:pt x="2518486" y="964444"/>
                </a:lnTo>
                <a:lnTo>
                  <a:pt x="2519896" y="968674"/>
                </a:lnTo>
                <a:lnTo>
                  <a:pt x="2529392" y="992181"/>
                </a:lnTo>
                <a:lnTo>
                  <a:pt x="2538755" y="1016085"/>
                </a:lnTo>
                <a:lnTo>
                  <a:pt x="2547854" y="1040254"/>
                </a:lnTo>
                <a:lnTo>
                  <a:pt x="2556556" y="1064554"/>
                </a:lnTo>
                <a:lnTo>
                  <a:pt x="2557966" y="1068784"/>
                </a:lnTo>
                <a:lnTo>
                  <a:pt x="2555146" y="1074424"/>
                </a:lnTo>
                <a:lnTo>
                  <a:pt x="2550916" y="1075834"/>
                </a:lnTo>
                <a:lnTo>
                  <a:pt x="2550916" y="1077244"/>
                </a:lnTo>
                <a:close/>
              </a:path>
              <a:path w="2641600" h="2252979">
                <a:moveTo>
                  <a:pt x="2471956" y="888304"/>
                </a:moveTo>
                <a:lnTo>
                  <a:pt x="2467726" y="888304"/>
                </a:lnTo>
                <a:lnTo>
                  <a:pt x="2464906" y="886894"/>
                </a:lnTo>
                <a:lnTo>
                  <a:pt x="2463496" y="884074"/>
                </a:lnTo>
                <a:lnTo>
                  <a:pt x="2440055" y="838953"/>
                </a:lnTo>
                <a:lnTo>
                  <a:pt x="2428004" y="816261"/>
                </a:lnTo>
                <a:lnTo>
                  <a:pt x="2415556" y="793833"/>
                </a:lnTo>
                <a:lnTo>
                  <a:pt x="2412736" y="789603"/>
                </a:lnTo>
                <a:lnTo>
                  <a:pt x="2414146" y="783963"/>
                </a:lnTo>
                <a:lnTo>
                  <a:pt x="2418376" y="782553"/>
                </a:lnTo>
                <a:lnTo>
                  <a:pt x="2422606" y="779733"/>
                </a:lnTo>
                <a:lnTo>
                  <a:pt x="2428246" y="781143"/>
                </a:lnTo>
                <a:lnTo>
                  <a:pt x="2429656" y="785373"/>
                </a:lnTo>
                <a:lnTo>
                  <a:pt x="2442324" y="807801"/>
                </a:lnTo>
                <a:lnTo>
                  <a:pt x="2454860" y="830493"/>
                </a:lnTo>
                <a:lnTo>
                  <a:pt x="2467131" y="853186"/>
                </a:lnTo>
                <a:lnTo>
                  <a:pt x="2479006" y="875614"/>
                </a:lnTo>
                <a:lnTo>
                  <a:pt x="2480416" y="879844"/>
                </a:lnTo>
                <a:lnTo>
                  <a:pt x="2479006" y="885484"/>
                </a:lnTo>
                <a:lnTo>
                  <a:pt x="2474776" y="886894"/>
                </a:lnTo>
                <a:lnTo>
                  <a:pt x="2471956" y="888304"/>
                </a:lnTo>
                <a:close/>
              </a:path>
              <a:path w="2641600" h="2252979">
                <a:moveTo>
                  <a:pt x="2370436" y="710643"/>
                </a:moveTo>
                <a:lnTo>
                  <a:pt x="2364796" y="710643"/>
                </a:lnTo>
                <a:lnTo>
                  <a:pt x="2361976" y="709233"/>
                </a:lnTo>
                <a:lnTo>
                  <a:pt x="2360566" y="706413"/>
                </a:lnTo>
                <a:lnTo>
                  <a:pt x="2346355" y="685285"/>
                </a:lnTo>
                <a:lnTo>
                  <a:pt x="2331484" y="664289"/>
                </a:lnTo>
                <a:lnTo>
                  <a:pt x="2316349" y="643557"/>
                </a:lnTo>
                <a:lnTo>
                  <a:pt x="2301345" y="623222"/>
                </a:lnTo>
                <a:lnTo>
                  <a:pt x="2298525" y="618992"/>
                </a:lnTo>
                <a:lnTo>
                  <a:pt x="2298525" y="614762"/>
                </a:lnTo>
                <a:lnTo>
                  <a:pt x="2306985" y="609122"/>
                </a:lnTo>
                <a:lnTo>
                  <a:pt x="2311216" y="609122"/>
                </a:lnTo>
                <a:lnTo>
                  <a:pt x="2314035" y="613352"/>
                </a:lnTo>
                <a:lnTo>
                  <a:pt x="2329656" y="633687"/>
                </a:lnTo>
                <a:lnTo>
                  <a:pt x="2344879" y="654419"/>
                </a:lnTo>
                <a:lnTo>
                  <a:pt x="2359839" y="675415"/>
                </a:lnTo>
                <a:lnTo>
                  <a:pt x="2374666" y="696543"/>
                </a:lnTo>
                <a:lnTo>
                  <a:pt x="2377486" y="700773"/>
                </a:lnTo>
                <a:lnTo>
                  <a:pt x="2376076" y="706413"/>
                </a:lnTo>
                <a:lnTo>
                  <a:pt x="2371846" y="707823"/>
                </a:lnTo>
                <a:lnTo>
                  <a:pt x="2370436" y="710643"/>
                </a:lnTo>
                <a:close/>
              </a:path>
              <a:path w="2641600" h="2252979">
                <a:moveTo>
                  <a:pt x="2246355" y="548492"/>
                </a:moveTo>
                <a:lnTo>
                  <a:pt x="2239305" y="548492"/>
                </a:lnTo>
                <a:lnTo>
                  <a:pt x="2237895" y="547082"/>
                </a:lnTo>
                <a:lnTo>
                  <a:pt x="2235075" y="545672"/>
                </a:lnTo>
                <a:lnTo>
                  <a:pt x="2200354" y="507778"/>
                </a:lnTo>
                <a:lnTo>
                  <a:pt x="2164575" y="470942"/>
                </a:lnTo>
                <a:lnTo>
                  <a:pt x="2161755" y="468122"/>
                </a:lnTo>
                <a:lnTo>
                  <a:pt x="2161755" y="462482"/>
                </a:lnTo>
                <a:lnTo>
                  <a:pt x="2164575" y="458252"/>
                </a:lnTo>
                <a:lnTo>
                  <a:pt x="2167395" y="455432"/>
                </a:lnTo>
                <a:lnTo>
                  <a:pt x="2173035" y="455432"/>
                </a:lnTo>
                <a:lnTo>
                  <a:pt x="2213044" y="495088"/>
                </a:lnTo>
                <a:lnTo>
                  <a:pt x="2247765" y="532982"/>
                </a:lnTo>
                <a:lnTo>
                  <a:pt x="2250585" y="535802"/>
                </a:lnTo>
                <a:lnTo>
                  <a:pt x="2250585" y="541442"/>
                </a:lnTo>
                <a:lnTo>
                  <a:pt x="2246355" y="545672"/>
                </a:lnTo>
                <a:lnTo>
                  <a:pt x="2246355" y="548492"/>
                </a:lnTo>
                <a:close/>
              </a:path>
              <a:path w="2641600" h="2252979">
                <a:moveTo>
                  <a:pt x="0" y="438544"/>
                </a:moveTo>
                <a:lnTo>
                  <a:pt x="0" y="413954"/>
                </a:lnTo>
                <a:lnTo>
                  <a:pt x="5172" y="409144"/>
                </a:lnTo>
                <a:lnTo>
                  <a:pt x="24185" y="391981"/>
                </a:lnTo>
                <a:lnTo>
                  <a:pt x="28415" y="389161"/>
                </a:lnTo>
                <a:lnTo>
                  <a:pt x="32645" y="389161"/>
                </a:lnTo>
                <a:lnTo>
                  <a:pt x="39695" y="396211"/>
                </a:lnTo>
                <a:lnTo>
                  <a:pt x="39695" y="401851"/>
                </a:lnTo>
                <a:lnTo>
                  <a:pt x="35465" y="406081"/>
                </a:lnTo>
                <a:lnTo>
                  <a:pt x="16452" y="423244"/>
                </a:lnTo>
                <a:lnTo>
                  <a:pt x="0" y="438544"/>
                </a:lnTo>
                <a:close/>
              </a:path>
              <a:path w="2641600" h="2252979">
                <a:moveTo>
                  <a:pt x="2098304" y="404671"/>
                </a:moveTo>
                <a:lnTo>
                  <a:pt x="2092664" y="404671"/>
                </a:lnTo>
                <a:lnTo>
                  <a:pt x="2091254" y="403261"/>
                </a:lnTo>
                <a:lnTo>
                  <a:pt x="2071977" y="386584"/>
                </a:lnTo>
                <a:lnTo>
                  <a:pt x="2052303" y="370302"/>
                </a:lnTo>
                <a:lnTo>
                  <a:pt x="2032365" y="354286"/>
                </a:lnTo>
                <a:lnTo>
                  <a:pt x="2012294" y="338401"/>
                </a:lnTo>
                <a:lnTo>
                  <a:pt x="2008064" y="335581"/>
                </a:lnTo>
                <a:lnTo>
                  <a:pt x="2008064" y="329941"/>
                </a:lnTo>
                <a:lnTo>
                  <a:pt x="2010884" y="327121"/>
                </a:lnTo>
                <a:lnTo>
                  <a:pt x="2013704" y="322891"/>
                </a:lnTo>
                <a:lnTo>
                  <a:pt x="2019344" y="322891"/>
                </a:lnTo>
                <a:lnTo>
                  <a:pt x="2022164" y="325711"/>
                </a:lnTo>
                <a:lnTo>
                  <a:pt x="2062349" y="357612"/>
                </a:lnTo>
                <a:lnTo>
                  <a:pt x="2082442" y="373894"/>
                </a:lnTo>
                <a:lnTo>
                  <a:pt x="2102534" y="390571"/>
                </a:lnTo>
                <a:lnTo>
                  <a:pt x="2106764" y="393391"/>
                </a:lnTo>
                <a:lnTo>
                  <a:pt x="2106764" y="399031"/>
                </a:lnTo>
                <a:lnTo>
                  <a:pt x="2103944" y="403261"/>
                </a:lnTo>
                <a:lnTo>
                  <a:pt x="2101124" y="403261"/>
                </a:lnTo>
                <a:lnTo>
                  <a:pt x="2098304" y="404671"/>
                </a:lnTo>
                <a:close/>
              </a:path>
              <a:path w="2641600" h="2252979">
                <a:moveTo>
                  <a:pt x="113015" y="342631"/>
                </a:moveTo>
                <a:lnTo>
                  <a:pt x="105965" y="342631"/>
                </a:lnTo>
                <a:lnTo>
                  <a:pt x="103145" y="341221"/>
                </a:lnTo>
                <a:lnTo>
                  <a:pt x="101735" y="339811"/>
                </a:lnTo>
                <a:lnTo>
                  <a:pt x="98915" y="335581"/>
                </a:lnTo>
                <a:lnTo>
                  <a:pt x="98915" y="331351"/>
                </a:lnTo>
                <a:lnTo>
                  <a:pt x="103145" y="328531"/>
                </a:lnTo>
                <a:lnTo>
                  <a:pt x="123480" y="312911"/>
                </a:lnTo>
                <a:lnTo>
                  <a:pt x="144211" y="297687"/>
                </a:lnTo>
                <a:lnTo>
                  <a:pt x="165207" y="282728"/>
                </a:lnTo>
                <a:lnTo>
                  <a:pt x="186335" y="267901"/>
                </a:lnTo>
                <a:lnTo>
                  <a:pt x="190565" y="265081"/>
                </a:lnTo>
                <a:lnTo>
                  <a:pt x="196206" y="266491"/>
                </a:lnTo>
                <a:lnTo>
                  <a:pt x="197615" y="270721"/>
                </a:lnTo>
                <a:lnTo>
                  <a:pt x="200436" y="274951"/>
                </a:lnTo>
                <a:lnTo>
                  <a:pt x="199025" y="280591"/>
                </a:lnTo>
                <a:lnTo>
                  <a:pt x="194795" y="282001"/>
                </a:lnTo>
                <a:lnTo>
                  <a:pt x="173667" y="296211"/>
                </a:lnTo>
                <a:lnTo>
                  <a:pt x="152672" y="311082"/>
                </a:lnTo>
                <a:lnTo>
                  <a:pt x="111605" y="341221"/>
                </a:lnTo>
                <a:lnTo>
                  <a:pt x="113015" y="342631"/>
                </a:lnTo>
                <a:close/>
              </a:path>
              <a:path w="2641600" h="2252979">
                <a:moveTo>
                  <a:pt x="1936153" y="279181"/>
                </a:moveTo>
                <a:lnTo>
                  <a:pt x="1930514" y="279181"/>
                </a:lnTo>
                <a:lnTo>
                  <a:pt x="1929103" y="277771"/>
                </a:lnTo>
                <a:lnTo>
                  <a:pt x="1907711" y="264045"/>
                </a:lnTo>
                <a:lnTo>
                  <a:pt x="1885922" y="250452"/>
                </a:lnTo>
                <a:lnTo>
                  <a:pt x="1863869" y="237123"/>
                </a:lnTo>
                <a:lnTo>
                  <a:pt x="1841683" y="224191"/>
                </a:lnTo>
                <a:lnTo>
                  <a:pt x="1837453" y="221371"/>
                </a:lnTo>
                <a:lnTo>
                  <a:pt x="1836043" y="217141"/>
                </a:lnTo>
                <a:lnTo>
                  <a:pt x="1841683" y="208680"/>
                </a:lnTo>
                <a:lnTo>
                  <a:pt x="1845913" y="207270"/>
                </a:lnTo>
                <a:lnTo>
                  <a:pt x="1850143" y="210090"/>
                </a:lnTo>
                <a:lnTo>
                  <a:pt x="1872329" y="223045"/>
                </a:lnTo>
                <a:lnTo>
                  <a:pt x="1894382" y="236528"/>
                </a:lnTo>
                <a:lnTo>
                  <a:pt x="1916171" y="250540"/>
                </a:lnTo>
                <a:lnTo>
                  <a:pt x="1937564" y="265081"/>
                </a:lnTo>
                <a:lnTo>
                  <a:pt x="1941794" y="267901"/>
                </a:lnTo>
                <a:lnTo>
                  <a:pt x="1943203" y="273541"/>
                </a:lnTo>
                <a:lnTo>
                  <a:pt x="1938974" y="277771"/>
                </a:lnTo>
                <a:lnTo>
                  <a:pt x="1936153" y="279181"/>
                </a:lnTo>
                <a:close/>
              </a:path>
              <a:path w="2641600" h="2252979">
                <a:moveTo>
                  <a:pt x="282216" y="228421"/>
                </a:moveTo>
                <a:lnTo>
                  <a:pt x="276576" y="228421"/>
                </a:lnTo>
                <a:lnTo>
                  <a:pt x="273756" y="227011"/>
                </a:lnTo>
                <a:lnTo>
                  <a:pt x="272346" y="224191"/>
                </a:lnTo>
                <a:lnTo>
                  <a:pt x="269526" y="219961"/>
                </a:lnTo>
                <a:lnTo>
                  <a:pt x="270936" y="214320"/>
                </a:lnTo>
                <a:lnTo>
                  <a:pt x="275166" y="212910"/>
                </a:lnTo>
                <a:lnTo>
                  <a:pt x="297594" y="200242"/>
                </a:lnTo>
                <a:lnTo>
                  <a:pt x="320286" y="187707"/>
                </a:lnTo>
                <a:lnTo>
                  <a:pt x="342978" y="175435"/>
                </a:lnTo>
                <a:lnTo>
                  <a:pt x="365406" y="163560"/>
                </a:lnTo>
                <a:lnTo>
                  <a:pt x="369636" y="162150"/>
                </a:lnTo>
                <a:lnTo>
                  <a:pt x="375276" y="163560"/>
                </a:lnTo>
                <a:lnTo>
                  <a:pt x="378096" y="172020"/>
                </a:lnTo>
                <a:lnTo>
                  <a:pt x="376686" y="177660"/>
                </a:lnTo>
                <a:lnTo>
                  <a:pt x="372456" y="179070"/>
                </a:lnTo>
                <a:lnTo>
                  <a:pt x="349434" y="190725"/>
                </a:lnTo>
                <a:lnTo>
                  <a:pt x="326807" y="202512"/>
                </a:lnTo>
                <a:lnTo>
                  <a:pt x="304446" y="214563"/>
                </a:lnTo>
                <a:lnTo>
                  <a:pt x="282216" y="227011"/>
                </a:lnTo>
                <a:lnTo>
                  <a:pt x="282216" y="228421"/>
                </a:lnTo>
                <a:close/>
              </a:path>
              <a:path w="2641600" h="2252979">
                <a:moveTo>
                  <a:pt x="1758493" y="177660"/>
                </a:moveTo>
                <a:lnTo>
                  <a:pt x="1752853" y="177660"/>
                </a:lnTo>
                <a:lnTo>
                  <a:pt x="1751443" y="176250"/>
                </a:lnTo>
                <a:lnTo>
                  <a:pt x="1728178" y="164882"/>
                </a:lnTo>
                <a:lnTo>
                  <a:pt x="1704913" y="154043"/>
                </a:lnTo>
                <a:lnTo>
                  <a:pt x="1681647" y="143732"/>
                </a:lnTo>
                <a:lnTo>
                  <a:pt x="1658382" y="133950"/>
                </a:lnTo>
                <a:lnTo>
                  <a:pt x="1654152" y="132540"/>
                </a:lnTo>
                <a:lnTo>
                  <a:pt x="1651332" y="126900"/>
                </a:lnTo>
                <a:lnTo>
                  <a:pt x="1654152" y="122670"/>
                </a:lnTo>
                <a:lnTo>
                  <a:pt x="1655562" y="118440"/>
                </a:lnTo>
                <a:lnTo>
                  <a:pt x="1661202" y="115620"/>
                </a:lnTo>
                <a:lnTo>
                  <a:pt x="1665432" y="118440"/>
                </a:lnTo>
                <a:lnTo>
                  <a:pt x="1688918" y="128222"/>
                </a:lnTo>
                <a:lnTo>
                  <a:pt x="1712667" y="138533"/>
                </a:lnTo>
                <a:lnTo>
                  <a:pt x="1736417" y="149372"/>
                </a:lnTo>
                <a:lnTo>
                  <a:pt x="1759903" y="160740"/>
                </a:lnTo>
                <a:lnTo>
                  <a:pt x="1764133" y="162150"/>
                </a:lnTo>
                <a:lnTo>
                  <a:pt x="1765543" y="167790"/>
                </a:lnTo>
                <a:lnTo>
                  <a:pt x="1764133" y="172020"/>
                </a:lnTo>
                <a:lnTo>
                  <a:pt x="1762723" y="174840"/>
                </a:lnTo>
                <a:lnTo>
                  <a:pt x="1758493" y="177660"/>
                </a:lnTo>
                <a:close/>
              </a:path>
              <a:path w="2641600" h="2252979">
                <a:moveTo>
                  <a:pt x="464107" y="136770"/>
                </a:moveTo>
                <a:lnTo>
                  <a:pt x="459877" y="136770"/>
                </a:lnTo>
                <a:lnTo>
                  <a:pt x="455647" y="135360"/>
                </a:lnTo>
                <a:lnTo>
                  <a:pt x="452827" y="126900"/>
                </a:lnTo>
                <a:lnTo>
                  <a:pt x="454237" y="121260"/>
                </a:lnTo>
                <a:lnTo>
                  <a:pt x="458467" y="119850"/>
                </a:lnTo>
                <a:lnTo>
                  <a:pt x="481974" y="110355"/>
                </a:lnTo>
                <a:lnTo>
                  <a:pt x="505878" y="100991"/>
                </a:lnTo>
                <a:lnTo>
                  <a:pt x="530047" y="91892"/>
                </a:lnTo>
                <a:lnTo>
                  <a:pt x="554347" y="83190"/>
                </a:lnTo>
                <a:lnTo>
                  <a:pt x="558577" y="81780"/>
                </a:lnTo>
                <a:lnTo>
                  <a:pt x="564217" y="84600"/>
                </a:lnTo>
                <a:lnTo>
                  <a:pt x="567037" y="93060"/>
                </a:lnTo>
                <a:lnTo>
                  <a:pt x="564217" y="98700"/>
                </a:lnTo>
                <a:lnTo>
                  <a:pt x="559987" y="100110"/>
                </a:lnTo>
                <a:lnTo>
                  <a:pt x="535885" y="108614"/>
                </a:lnTo>
                <a:lnTo>
                  <a:pt x="512047" y="117383"/>
                </a:lnTo>
                <a:lnTo>
                  <a:pt x="488209" y="126680"/>
                </a:lnTo>
                <a:lnTo>
                  <a:pt x="464107" y="136770"/>
                </a:lnTo>
                <a:close/>
              </a:path>
              <a:path w="2641600" h="2252979">
                <a:moveTo>
                  <a:pt x="1569552" y="98700"/>
                </a:moveTo>
                <a:lnTo>
                  <a:pt x="1563912" y="98700"/>
                </a:lnTo>
                <a:lnTo>
                  <a:pt x="1539589" y="90504"/>
                </a:lnTo>
                <a:lnTo>
                  <a:pt x="1515267" y="82837"/>
                </a:lnTo>
                <a:lnTo>
                  <a:pt x="1490944" y="75699"/>
                </a:lnTo>
                <a:lnTo>
                  <a:pt x="1466621" y="69090"/>
                </a:lnTo>
                <a:lnTo>
                  <a:pt x="1462391" y="67680"/>
                </a:lnTo>
                <a:lnTo>
                  <a:pt x="1459571" y="63450"/>
                </a:lnTo>
                <a:lnTo>
                  <a:pt x="1462392" y="54990"/>
                </a:lnTo>
                <a:lnTo>
                  <a:pt x="1466621" y="52170"/>
                </a:lnTo>
                <a:lnTo>
                  <a:pt x="1470852" y="53580"/>
                </a:lnTo>
                <a:lnTo>
                  <a:pt x="1495394" y="60189"/>
                </a:lnTo>
                <a:lnTo>
                  <a:pt x="1520202" y="67327"/>
                </a:lnTo>
                <a:lnTo>
                  <a:pt x="1545009" y="74994"/>
                </a:lnTo>
                <a:lnTo>
                  <a:pt x="1573782" y="84600"/>
                </a:lnTo>
                <a:lnTo>
                  <a:pt x="1576602" y="88830"/>
                </a:lnTo>
                <a:lnTo>
                  <a:pt x="1575192" y="94470"/>
                </a:lnTo>
                <a:lnTo>
                  <a:pt x="1572372" y="97290"/>
                </a:lnTo>
                <a:lnTo>
                  <a:pt x="1569552" y="98700"/>
                </a:lnTo>
                <a:close/>
              </a:path>
              <a:path w="2641600" h="2252979">
                <a:moveTo>
                  <a:pt x="657278" y="71910"/>
                </a:moveTo>
                <a:lnTo>
                  <a:pt x="658688" y="70500"/>
                </a:lnTo>
                <a:lnTo>
                  <a:pt x="651638" y="70500"/>
                </a:lnTo>
                <a:lnTo>
                  <a:pt x="648818" y="67680"/>
                </a:lnTo>
                <a:lnTo>
                  <a:pt x="647408" y="64860"/>
                </a:lnTo>
                <a:lnTo>
                  <a:pt x="645998" y="60630"/>
                </a:lnTo>
                <a:lnTo>
                  <a:pt x="648818" y="54990"/>
                </a:lnTo>
                <a:lnTo>
                  <a:pt x="653048" y="54990"/>
                </a:lnTo>
                <a:lnTo>
                  <a:pt x="702574" y="42476"/>
                </a:lnTo>
                <a:lnTo>
                  <a:pt x="727800" y="36549"/>
                </a:lnTo>
                <a:lnTo>
                  <a:pt x="753158" y="31020"/>
                </a:lnTo>
                <a:lnTo>
                  <a:pt x="757388" y="29610"/>
                </a:lnTo>
                <a:lnTo>
                  <a:pt x="761618" y="32430"/>
                </a:lnTo>
                <a:lnTo>
                  <a:pt x="763028" y="38070"/>
                </a:lnTo>
                <a:lnTo>
                  <a:pt x="764438" y="42300"/>
                </a:lnTo>
                <a:lnTo>
                  <a:pt x="761618" y="46530"/>
                </a:lnTo>
                <a:lnTo>
                  <a:pt x="755978" y="47940"/>
                </a:lnTo>
                <a:lnTo>
                  <a:pt x="730840" y="53271"/>
                </a:lnTo>
                <a:lnTo>
                  <a:pt x="706099" y="58867"/>
                </a:lnTo>
                <a:lnTo>
                  <a:pt x="681622" y="64992"/>
                </a:lnTo>
                <a:lnTo>
                  <a:pt x="657278" y="71910"/>
                </a:lnTo>
                <a:close/>
              </a:path>
              <a:path w="2641600" h="2252979">
                <a:moveTo>
                  <a:pt x="1372151" y="46530"/>
                </a:moveTo>
                <a:lnTo>
                  <a:pt x="1366511" y="46530"/>
                </a:lnTo>
                <a:lnTo>
                  <a:pt x="1341153" y="41705"/>
                </a:lnTo>
                <a:lnTo>
                  <a:pt x="1266401" y="29610"/>
                </a:lnTo>
                <a:lnTo>
                  <a:pt x="1262170" y="29610"/>
                </a:lnTo>
                <a:lnTo>
                  <a:pt x="1257940" y="25380"/>
                </a:lnTo>
                <a:lnTo>
                  <a:pt x="1259262" y="20092"/>
                </a:lnTo>
                <a:lnTo>
                  <a:pt x="1259350" y="15510"/>
                </a:lnTo>
                <a:lnTo>
                  <a:pt x="1263581" y="11280"/>
                </a:lnTo>
                <a:lnTo>
                  <a:pt x="1269220" y="12690"/>
                </a:lnTo>
                <a:lnTo>
                  <a:pt x="1294601" y="16126"/>
                </a:lnTo>
                <a:lnTo>
                  <a:pt x="1345361" y="24586"/>
                </a:lnTo>
                <a:lnTo>
                  <a:pt x="1377791" y="35250"/>
                </a:lnTo>
                <a:lnTo>
                  <a:pt x="1377791" y="39480"/>
                </a:lnTo>
                <a:lnTo>
                  <a:pt x="1374971" y="43710"/>
                </a:lnTo>
                <a:lnTo>
                  <a:pt x="1372151" y="46530"/>
                </a:lnTo>
                <a:close/>
              </a:path>
              <a:path w="2641600" h="2252979">
                <a:moveTo>
                  <a:pt x="857499" y="31020"/>
                </a:moveTo>
                <a:lnTo>
                  <a:pt x="853269" y="31020"/>
                </a:lnTo>
                <a:lnTo>
                  <a:pt x="849039" y="28200"/>
                </a:lnTo>
                <a:lnTo>
                  <a:pt x="849039" y="19740"/>
                </a:lnTo>
                <a:lnTo>
                  <a:pt x="851859" y="15510"/>
                </a:lnTo>
                <a:lnTo>
                  <a:pt x="907554" y="8107"/>
                </a:lnTo>
                <a:lnTo>
                  <a:pt x="959019" y="4229"/>
                </a:lnTo>
                <a:lnTo>
                  <a:pt x="963249" y="4229"/>
                </a:lnTo>
                <a:lnTo>
                  <a:pt x="967479" y="7050"/>
                </a:lnTo>
                <a:lnTo>
                  <a:pt x="967479" y="16920"/>
                </a:lnTo>
                <a:lnTo>
                  <a:pt x="964659" y="21150"/>
                </a:lnTo>
                <a:lnTo>
                  <a:pt x="959019" y="21150"/>
                </a:lnTo>
                <a:lnTo>
                  <a:pt x="934432" y="22692"/>
                </a:lnTo>
                <a:lnTo>
                  <a:pt x="909316" y="25027"/>
                </a:lnTo>
                <a:lnTo>
                  <a:pt x="857499" y="31020"/>
                </a:lnTo>
                <a:close/>
              </a:path>
              <a:path w="2641600" h="2252979">
                <a:moveTo>
                  <a:pt x="1169110" y="19740"/>
                </a:moveTo>
                <a:lnTo>
                  <a:pt x="1164880" y="19740"/>
                </a:lnTo>
                <a:lnTo>
                  <a:pt x="1114825" y="17801"/>
                </a:lnTo>
                <a:lnTo>
                  <a:pt x="1089929" y="17162"/>
                </a:lnTo>
                <a:lnTo>
                  <a:pt x="1064770" y="16920"/>
                </a:lnTo>
                <a:lnTo>
                  <a:pt x="1057719" y="16920"/>
                </a:lnTo>
                <a:lnTo>
                  <a:pt x="1053490" y="12690"/>
                </a:lnTo>
                <a:lnTo>
                  <a:pt x="1053490" y="4229"/>
                </a:lnTo>
                <a:lnTo>
                  <a:pt x="1057720" y="0"/>
                </a:lnTo>
                <a:lnTo>
                  <a:pt x="1064772" y="0"/>
                </a:lnTo>
                <a:lnTo>
                  <a:pt x="1090128" y="242"/>
                </a:lnTo>
                <a:lnTo>
                  <a:pt x="1115354" y="881"/>
                </a:lnTo>
                <a:lnTo>
                  <a:pt x="1164880" y="2819"/>
                </a:lnTo>
                <a:lnTo>
                  <a:pt x="1169110" y="2819"/>
                </a:lnTo>
                <a:lnTo>
                  <a:pt x="1173340" y="7050"/>
                </a:lnTo>
                <a:lnTo>
                  <a:pt x="1173340" y="16920"/>
                </a:lnTo>
                <a:lnTo>
                  <a:pt x="1169110" y="19740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91170" y="1348872"/>
            <a:ext cx="8523661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0321" y="561128"/>
            <a:ext cx="7305359" cy="750205"/>
          </a:xfrm>
        </p:spPr>
        <p:txBody>
          <a:bodyPr lIns="0" tIns="0" rIns="0" bIns="0"/>
          <a:lstStyle>
            <a:lvl1pPr>
              <a:defRPr sz="4875" b="1" i="0">
                <a:solidFill>
                  <a:srgbClr val="FFB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2203741" cy="4773083"/>
          </a:xfrm>
          <a:custGeom>
            <a:avLst/>
            <a:gdLst/>
            <a:ahLst/>
            <a:cxnLst/>
            <a:rect l="l" t="t" r="r" b="b"/>
            <a:pathLst>
              <a:path w="4068445" h="7159625">
                <a:moveTo>
                  <a:pt x="0" y="0"/>
                </a:moveTo>
                <a:lnTo>
                  <a:pt x="1417923" y="0"/>
                </a:lnTo>
                <a:lnTo>
                  <a:pt x="4067947" y="2153459"/>
                </a:lnTo>
                <a:lnTo>
                  <a:pt x="0" y="7159431"/>
                </a:lnTo>
                <a:lnTo>
                  <a:pt x="0" y="0"/>
                </a:lnTo>
                <a:close/>
              </a:path>
            </a:pathLst>
          </a:custGeom>
          <a:solidFill>
            <a:srgbClr val="002629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929262" cy="4391237"/>
          </a:xfrm>
          <a:custGeom>
            <a:avLst/>
            <a:gdLst/>
            <a:ahLst/>
            <a:cxnLst/>
            <a:rect l="l" t="t" r="r" b="b"/>
            <a:pathLst>
              <a:path w="3561715" h="6586855">
                <a:moveTo>
                  <a:pt x="849178" y="0"/>
                </a:moveTo>
                <a:lnTo>
                  <a:pt x="3561343" y="2203956"/>
                </a:lnTo>
                <a:lnTo>
                  <a:pt x="0" y="6586507"/>
                </a:lnTo>
                <a:lnTo>
                  <a:pt x="0" y="6293046"/>
                </a:lnTo>
                <a:lnTo>
                  <a:pt x="3298518" y="2233925"/>
                </a:lnTo>
                <a:lnTo>
                  <a:pt x="549473" y="0"/>
                </a:lnTo>
                <a:lnTo>
                  <a:pt x="8491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18" name="bg object 18"/>
          <p:cNvSpPr/>
          <p:nvPr/>
        </p:nvSpPr>
        <p:spPr>
          <a:xfrm>
            <a:off x="0" y="3441071"/>
            <a:ext cx="2555954" cy="3417147"/>
          </a:xfrm>
          <a:custGeom>
            <a:avLst/>
            <a:gdLst/>
            <a:ahLst/>
            <a:cxnLst/>
            <a:rect l="l" t="t" r="r" b="b"/>
            <a:pathLst>
              <a:path w="4718685" h="5125720">
                <a:moveTo>
                  <a:pt x="0" y="830866"/>
                </a:moveTo>
                <a:lnTo>
                  <a:pt x="675177" y="0"/>
                </a:lnTo>
                <a:lnTo>
                  <a:pt x="4718632" y="3285787"/>
                </a:lnTo>
                <a:lnTo>
                  <a:pt x="3223734" y="5125392"/>
                </a:lnTo>
                <a:lnTo>
                  <a:pt x="0" y="5125392"/>
                </a:lnTo>
                <a:lnTo>
                  <a:pt x="0" y="830866"/>
                </a:lnTo>
                <a:close/>
              </a:path>
            </a:pathLst>
          </a:custGeom>
          <a:solidFill>
            <a:srgbClr val="002629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19" name="bg object 19"/>
          <p:cNvSpPr/>
          <p:nvPr/>
        </p:nvSpPr>
        <p:spPr>
          <a:xfrm>
            <a:off x="1" y="3704170"/>
            <a:ext cx="2340636" cy="3153833"/>
          </a:xfrm>
          <a:custGeom>
            <a:avLst/>
            <a:gdLst/>
            <a:ahLst/>
            <a:cxnLst/>
            <a:rect l="l" t="t" r="r" b="b"/>
            <a:pathLst>
              <a:path w="4321175" h="4730750">
                <a:moveTo>
                  <a:pt x="713742" y="0"/>
                </a:moveTo>
                <a:lnTo>
                  <a:pt x="4321065" y="2931378"/>
                </a:lnTo>
                <a:lnTo>
                  <a:pt x="2858867" y="4730744"/>
                </a:lnTo>
                <a:lnTo>
                  <a:pt x="2672071" y="4730744"/>
                </a:lnTo>
                <a:lnTo>
                  <a:pt x="4115192" y="2954853"/>
                </a:lnTo>
                <a:lnTo>
                  <a:pt x="620374" y="114898"/>
                </a:lnTo>
                <a:lnTo>
                  <a:pt x="713742" y="0"/>
                </a:lnTo>
                <a:close/>
              </a:path>
              <a:path w="4321175" h="4730750">
                <a:moveTo>
                  <a:pt x="620374" y="114898"/>
                </a:moveTo>
                <a:lnTo>
                  <a:pt x="735272" y="208266"/>
                </a:lnTo>
                <a:lnTo>
                  <a:pt x="0" y="1113084"/>
                </a:lnTo>
                <a:lnTo>
                  <a:pt x="0" y="878323"/>
                </a:lnTo>
                <a:lnTo>
                  <a:pt x="620374" y="114898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0" name="bg object 20"/>
          <p:cNvSpPr/>
          <p:nvPr/>
        </p:nvSpPr>
        <p:spPr>
          <a:xfrm>
            <a:off x="0" y="2214579"/>
            <a:ext cx="2006308" cy="4643543"/>
          </a:xfrm>
          <a:custGeom>
            <a:avLst/>
            <a:gdLst/>
            <a:ahLst/>
            <a:cxnLst/>
            <a:rect l="l" t="t" r="r" b="b"/>
            <a:pathLst>
              <a:path w="3703954" h="6965315">
                <a:moveTo>
                  <a:pt x="0" y="0"/>
                </a:moveTo>
                <a:lnTo>
                  <a:pt x="3703539" y="3009565"/>
                </a:lnTo>
                <a:lnTo>
                  <a:pt x="489172" y="6965131"/>
                </a:lnTo>
                <a:lnTo>
                  <a:pt x="0" y="696513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9798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1" name="bg object 21"/>
          <p:cNvSpPr/>
          <p:nvPr/>
        </p:nvSpPr>
        <p:spPr>
          <a:xfrm>
            <a:off x="0" y="2281079"/>
            <a:ext cx="1947148" cy="4577080"/>
          </a:xfrm>
          <a:custGeom>
            <a:avLst/>
            <a:gdLst/>
            <a:ahLst/>
            <a:cxnLst/>
            <a:rect l="l" t="t" r="r" b="b"/>
            <a:pathLst>
              <a:path w="3594735" h="6865620">
                <a:moveTo>
                  <a:pt x="0" y="0"/>
                </a:moveTo>
                <a:lnTo>
                  <a:pt x="3594639" y="2921072"/>
                </a:lnTo>
                <a:lnTo>
                  <a:pt x="389419" y="6865380"/>
                </a:lnTo>
                <a:lnTo>
                  <a:pt x="0" y="6865380"/>
                </a:lnTo>
                <a:lnTo>
                  <a:pt x="0" y="0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2" name="bg object 22"/>
          <p:cNvSpPr/>
          <p:nvPr/>
        </p:nvSpPr>
        <p:spPr>
          <a:xfrm>
            <a:off x="0" y="2546427"/>
            <a:ext cx="1711881" cy="4304877"/>
          </a:xfrm>
          <a:custGeom>
            <a:avLst/>
            <a:gdLst/>
            <a:ahLst/>
            <a:cxnLst/>
            <a:rect l="l" t="t" r="r" b="b"/>
            <a:pathLst>
              <a:path w="3160395" h="6457315">
                <a:moveTo>
                  <a:pt x="0" y="0"/>
                </a:moveTo>
                <a:lnTo>
                  <a:pt x="3160238" y="2568069"/>
                </a:lnTo>
                <a:lnTo>
                  <a:pt x="0" y="6457024"/>
                </a:lnTo>
                <a:lnTo>
                  <a:pt x="0" y="6206428"/>
                </a:lnTo>
                <a:lnTo>
                  <a:pt x="2935803" y="2593660"/>
                </a:lnTo>
                <a:lnTo>
                  <a:pt x="0" y="2079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3" name="bg object 23"/>
          <p:cNvSpPr/>
          <p:nvPr/>
        </p:nvSpPr>
        <p:spPr>
          <a:xfrm>
            <a:off x="7650371" y="1564231"/>
            <a:ext cx="1702938" cy="0"/>
          </a:xfrm>
          <a:custGeom>
            <a:avLst/>
            <a:gdLst/>
            <a:ahLst/>
            <a:cxnLst/>
            <a:rect l="l" t="t" r="r" b="b"/>
            <a:pathLst>
              <a:path w="3143884">
                <a:moveTo>
                  <a:pt x="0" y="0"/>
                </a:moveTo>
                <a:lnTo>
                  <a:pt x="3143346" y="0"/>
                </a:lnTo>
              </a:path>
            </a:pathLst>
          </a:custGeom>
          <a:ln w="47624">
            <a:solidFill>
              <a:srgbClr val="002629"/>
            </a:solidFill>
          </a:ln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4" name="bg object 24"/>
          <p:cNvSpPr/>
          <p:nvPr/>
        </p:nvSpPr>
        <p:spPr>
          <a:xfrm>
            <a:off x="6911023" y="2747791"/>
            <a:ext cx="949669" cy="0"/>
          </a:xfrm>
          <a:custGeom>
            <a:avLst/>
            <a:gdLst/>
            <a:ahLst/>
            <a:cxnLst/>
            <a:rect l="l" t="t" r="r" b="b"/>
            <a:pathLst>
              <a:path w="1753234">
                <a:moveTo>
                  <a:pt x="0" y="0"/>
                </a:moveTo>
                <a:lnTo>
                  <a:pt x="1752771" y="0"/>
                </a:lnTo>
              </a:path>
            </a:pathLst>
          </a:custGeom>
          <a:ln w="47624">
            <a:solidFill>
              <a:srgbClr val="FFB000"/>
            </a:solidFill>
          </a:ln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5" name="bg object 25"/>
          <p:cNvSpPr/>
          <p:nvPr/>
        </p:nvSpPr>
        <p:spPr>
          <a:xfrm>
            <a:off x="3353879" y="4746267"/>
            <a:ext cx="1496563" cy="0"/>
          </a:xfrm>
          <a:custGeom>
            <a:avLst/>
            <a:gdLst/>
            <a:ahLst/>
            <a:cxnLst/>
            <a:rect l="l" t="t" r="r" b="b"/>
            <a:pathLst>
              <a:path w="2762884">
                <a:moveTo>
                  <a:pt x="0" y="0"/>
                </a:moveTo>
                <a:lnTo>
                  <a:pt x="2762434" y="0"/>
                </a:lnTo>
              </a:path>
            </a:pathLst>
          </a:custGeom>
          <a:ln w="47624">
            <a:solidFill>
              <a:srgbClr val="FFB000"/>
            </a:solidFill>
          </a:ln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6" name="bg object 26"/>
          <p:cNvSpPr/>
          <p:nvPr/>
        </p:nvSpPr>
        <p:spPr>
          <a:xfrm>
            <a:off x="6911073" y="4746267"/>
            <a:ext cx="1021556" cy="0"/>
          </a:xfrm>
          <a:custGeom>
            <a:avLst/>
            <a:gdLst/>
            <a:ahLst/>
            <a:cxnLst/>
            <a:rect l="l" t="t" r="r" b="b"/>
            <a:pathLst>
              <a:path w="1885950">
                <a:moveTo>
                  <a:pt x="0" y="0"/>
                </a:moveTo>
                <a:lnTo>
                  <a:pt x="1885955" y="0"/>
                </a:lnTo>
              </a:path>
            </a:pathLst>
          </a:custGeom>
          <a:ln w="47624">
            <a:solidFill>
              <a:srgbClr val="FFB000"/>
            </a:solidFill>
          </a:ln>
        </p:spPr>
        <p:txBody>
          <a:bodyPr wrap="square" lIns="0" tIns="0" rIns="0" bIns="0" rtlCol="0"/>
          <a:lstStyle/>
          <a:p>
            <a:endParaRPr sz="57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0321" y="561128"/>
            <a:ext cx="7305359" cy="750205"/>
          </a:xfrm>
        </p:spPr>
        <p:txBody>
          <a:bodyPr lIns="0" tIns="0" rIns="0" bIns="0"/>
          <a:lstStyle>
            <a:lvl1pPr>
              <a:defRPr sz="4875" b="1" i="0">
                <a:solidFill>
                  <a:srgbClr val="FFB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0321" y="561128"/>
            <a:ext cx="7305359" cy="750205"/>
          </a:xfrm>
        </p:spPr>
        <p:txBody>
          <a:bodyPr lIns="0" tIns="0" rIns="0" bIns="0"/>
          <a:lstStyle>
            <a:lvl1pPr>
              <a:defRPr sz="4875" b="1" i="0">
                <a:solidFill>
                  <a:srgbClr val="FFB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0321" y="561128"/>
            <a:ext cx="7305359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1" i="0">
                <a:solidFill>
                  <a:srgbClr val="FFB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44184" y="2680255"/>
            <a:ext cx="52176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162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162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1" y="6377940"/>
            <a:ext cx="2278380" cy="162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47665">
        <a:defRPr>
          <a:latin typeface="+mn-lt"/>
          <a:ea typeface="+mn-ea"/>
          <a:cs typeface="+mn-cs"/>
        </a:defRPr>
      </a:lvl2pPr>
      <a:lvl3pPr marL="495330">
        <a:defRPr>
          <a:latin typeface="+mn-lt"/>
          <a:ea typeface="+mn-ea"/>
          <a:cs typeface="+mn-cs"/>
        </a:defRPr>
      </a:lvl3pPr>
      <a:lvl4pPr marL="742996">
        <a:defRPr>
          <a:latin typeface="+mn-lt"/>
          <a:ea typeface="+mn-ea"/>
          <a:cs typeface="+mn-cs"/>
        </a:defRPr>
      </a:lvl4pPr>
      <a:lvl5pPr marL="990661">
        <a:defRPr>
          <a:latin typeface="+mn-lt"/>
          <a:ea typeface="+mn-ea"/>
          <a:cs typeface="+mn-cs"/>
        </a:defRPr>
      </a:lvl5pPr>
      <a:lvl6pPr marL="1238326">
        <a:defRPr>
          <a:latin typeface="+mn-lt"/>
          <a:ea typeface="+mn-ea"/>
          <a:cs typeface="+mn-cs"/>
        </a:defRPr>
      </a:lvl6pPr>
      <a:lvl7pPr marL="1485991">
        <a:defRPr>
          <a:latin typeface="+mn-lt"/>
          <a:ea typeface="+mn-ea"/>
          <a:cs typeface="+mn-cs"/>
        </a:defRPr>
      </a:lvl7pPr>
      <a:lvl8pPr marL="1733657">
        <a:defRPr>
          <a:latin typeface="+mn-lt"/>
          <a:ea typeface="+mn-ea"/>
          <a:cs typeface="+mn-cs"/>
        </a:defRPr>
      </a:lvl8pPr>
      <a:lvl9pPr marL="198132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47665">
        <a:defRPr>
          <a:latin typeface="+mn-lt"/>
          <a:ea typeface="+mn-ea"/>
          <a:cs typeface="+mn-cs"/>
        </a:defRPr>
      </a:lvl2pPr>
      <a:lvl3pPr marL="495330">
        <a:defRPr>
          <a:latin typeface="+mn-lt"/>
          <a:ea typeface="+mn-ea"/>
          <a:cs typeface="+mn-cs"/>
        </a:defRPr>
      </a:lvl3pPr>
      <a:lvl4pPr marL="742996">
        <a:defRPr>
          <a:latin typeface="+mn-lt"/>
          <a:ea typeface="+mn-ea"/>
          <a:cs typeface="+mn-cs"/>
        </a:defRPr>
      </a:lvl4pPr>
      <a:lvl5pPr marL="990661">
        <a:defRPr>
          <a:latin typeface="+mn-lt"/>
          <a:ea typeface="+mn-ea"/>
          <a:cs typeface="+mn-cs"/>
        </a:defRPr>
      </a:lvl5pPr>
      <a:lvl6pPr marL="1238326">
        <a:defRPr>
          <a:latin typeface="+mn-lt"/>
          <a:ea typeface="+mn-ea"/>
          <a:cs typeface="+mn-cs"/>
        </a:defRPr>
      </a:lvl6pPr>
      <a:lvl7pPr marL="1485991">
        <a:defRPr>
          <a:latin typeface="+mn-lt"/>
          <a:ea typeface="+mn-ea"/>
          <a:cs typeface="+mn-cs"/>
        </a:defRPr>
      </a:lvl7pPr>
      <a:lvl8pPr marL="1733657">
        <a:defRPr>
          <a:latin typeface="+mn-lt"/>
          <a:ea typeface="+mn-ea"/>
          <a:cs typeface="+mn-cs"/>
        </a:defRPr>
      </a:lvl8pPr>
      <a:lvl9pPr marL="198132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14" y="-3629"/>
            <a:ext cx="9906000" cy="6861629"/>
          </a:xfrm>
          <a:prstGeom prst="rect">
            <a:avLst/>
          </a:prstGeom>
        </p:spPr>
      </p:pic>
      <p:sp>
        <p:nvSpPr>
          <p:cNvPr id="72" name="object 2"/>
          <p:cNvSpPr txBox="1"/>
          <p:nvPr/>
        </p:nvSpPr>
        <p:spPr>
          <a:xfrm>
            <a:off x="457200" y="1555378"/>
            <a:ext cx="9636760" cy="281166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6000" b="1" spc="-490" dirty="0" smtClean="0">
                <a:solidFill>
                  <a:srgbClr val="002629"/>
                </a:solidFill>
                <a:latin typeface="Arial"/>
                <a:cs typeface="Arial"/>
              </a:rPr>
              <a:t>QUALITY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6000" b="1" spc="-490" dirty="0" smtClean="0">
                <a:solidFill>
                  <a:srgbClr val="002629"/>
                </a:solidFill>
                <a:latin typeface="Arial"/>
                <a:cs typeface="Arial"/>
              </a:rPr>
              <a:t>CONTROL CIRCLE</a:t>
            </a:r>
            <a:endParaRPr sz="6000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b="1" spc="-305" dirty="0" smtClean="0">
                <a:solidFill>
                  <a:srgbClr val="FFB000"/>
                </a:solidFill>
                <a:latin typeface="Arial"/>
                <a:cs typeface="Arial"/>
              </a:rPr>
              <a:t>………..TEAM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73" name="object 3"/>
          <p:cNvSpPr txBox="1"/>
          <p:nvPr/>
        </p:nvSpPr>
        <p:spPr>
          <a:xfrm>
            <a:off x="426918" y="4367045"/>
            <a:ext cx="11003082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800" spc="100" dirty="0" smtClean="0">
                <a:latin typeface="Lucida Sans Unicode"/>
                <a:cs typeface="Lucida Sans Unicode"/>
              </a:rPr>
              <a:t>PT SUMMIT ADYAWINSA INDONESIA</a:t>
            </a:r>
            <a:endParaRPr sz="2800" dirty="0">
              <a:latin typeface="Lucida Sans Unicode"/>
              <a:cs typeface="Lucida Sans Unicode"/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19050" y="5791200"/>
            <a:ext cx="1206659" cy="763708"/>
          </a:xfrm>
          <a:prstGeom prst="rect">
            <a:avLst/>
          </a:prstGeom>
        </p:spPr>
      </p:pic>
      <p:pic>
        <p:nvPicPr>
          <p:cNvPr id="75" name="Picture 74" descr="Logo SAI TS 16949 new.png"/>
          <p:cNvPicPr>
            <a:picLocks noChangeAspect="1"/>
          </p:cNvPicPr>
          <p:nvPr/>
        </p:nvPicPr>
        <p:blipFill>
          <a:blip r:embed="rId5" cstate="print"/>
          <a:srcRect r="45714"/>
          <a:stretch>
            <a:fillRect/>
          </a:stretch>
        </p:blipFill>
        <p:spPr>
          <a:xfrm>
            <a:off x="3765286" y="1593478"/>
            <a:ext cx="2163173" cy="9403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>
                <a:solidFill>
                  <a:srgbClr val="0000A3"/>
                </a:solidFill>
              </a:rPr>
              <a:t>PT 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34017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19050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074029"/>
              </p:ext>
            </p:extLst>
          </p:nvPr>
        </p:nvGraphicFramePr>
        <p:xfrm>
          <a:off x="99600" y="594102"/>
          <a:ext cx="9750000" cy="6234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3500">
                  <a:extLst>
                    <a:ext uri="{9D8B030D-6E8A-4147-A177-3AD203B41FA5}">
                      <a16:colId xmlns:a16="http://schemas.microsoft.com/office/drawing/2014/main" val="4062087568"/>
                    </a:ext>
                  </a:extLst>
                </a:gridCol>
                <a:gridCol w="1384500">
                  <a:extLst>
                    <a:ext uri="{9D8B030D-6E8A-4147-A177-3AD203B41FA5}">
                      <a16:colId xmlns:a16="http://schemas.microsoft.com/office/drawing/2014/main" val="260143739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1074287742"/>
                    </a:ext>
                  </a:extLst>
                </a:gridCol>
                <a:gridCol w="2808000">
                  <a:extLst>
                    <a:ext uri="{9D8B030D-6E8A-4147-A177-3AD203B41FA5}">
                      <a16:colId xmlns:a16="http://schemas.microsoft.com/office/drawing/2014/main" val="1288724939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754192807"/>
                    </a:ext>
                  </a:extLst>
                </a:gridCol>
              </a:tblGrid>
              <a:tr h="216694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Nama</a:t>
                      </a:r>
                      <a:r>
                        <a:rPr lang="en-US" sz="1200" baseline="0" dirty="0" smtClean="0"/>
                        <a:t> Tim</a:t>
                      </a:r>
                      <a:endParaRPr lang="en-US" sz="1200" dirty="0"/>
                    </a:p>
                  </a:txBody>
                  <a:tcPr marL="49530" marR="49530" marT="24765" marB="24765"/>
                </a:tc>
                <a:tc gridSpan="3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9530" marR="49530" marT="24765" marB="2476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 smtClean="0"/>
                        <a:t>Manfaat</a:t>
                      </a:r>
                      <a:r>
                        <a:rPr lang="en-US" sz="1200" b="1" dirty="0" smtClean="0"/>
                        <a:t> (Non Financial)</a:t>
                      </a:r>
                      <a:endParaRPr lang="en-US" sz="1200" b="1" dirty="0"/>
                    </a:p>
                  </a:txBody>
                  <a:tcPr marL="49530" marR="49530" marT="24765" marB="24765"/>
                </a:tc>
                <a:extLst>
                  <a:ext uri="{0D108BD9-81ED-4DB2-BD59-A6C34878D82A}">
                    <a16:rowId xmlns:a16="http://schemas.microsoft.com/office/drawing/2014/main" val="4181081498"/>
                  </a:ext>
                </a:extLst>
              </a:tr>
              <a:tr h="216694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Tema</a:t>
                      </a:r>
                      <a:r>
                        <a:rPr lang="en-US" sz="1200" baseline="0" dirty="0" smtClean="0"/>
                        <a:t> QCC</a:t>
                      </a:r>
                      <a:endParaRPr lang="en-US" sz="1200" dirty="0"/>
                    </a:p>
                  </a:txBody>
                  <a:tcPr marL="49530" marR="49530" marT="24765" marB="24765"/>
                </a:tc>
                <a:tc gridSpan="3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9530" marR="49530" marT="24765" marB="2476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9530" marR="49530" marT="24765" marB="24765"/>
                </a:tc>
                <a:extLst>
                  <a:ext uri="{0D108BD9-81ED-4DB2-BD59-A6C34878D82A}">
                    <a16:rowId xmlns:a16="http://schemas.microsoft.com/office/drawing/2014/main" val="2279983582"/>
                  </a:ext>
                </a:extLst>
              </a:tr>
              <a:tr h="216694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Fasilitator</a:t>
                      </a:r>
                      <a:endParaRPr lang="en-US" sz="1200" dirty="0"/>
                    </a:p>
                  </a:txBody>
                  <a:tcPr marL="49530" marR="49530" marT="24765" marB="24765"/>
                </a:tc>
                <a:tc gridSpan="3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9530" marR="49530" marT="24765" marB="2476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967081"/>
                  </a:ext>
                </a:extLst>
              </a:tr>
              <a:tr h="216694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Team</a:t>
                      </a:r>
                      <a:r>
                        <a:rPr lang="en-US" sz="1200" baseline="0" dirty="0" smtClean="0"/>
                        <a:t> Leader</a:t>
                      </a:r>
                      <a:endParaRPr lang="en-US" sz="1200" dirty="0"/>
                    </a:p>
                  </a:txBody>
                  <a:tcPr marL="49530" marR="49530" marT="24765" marB="24765"/>
                </a:tc>
                <a:tc gridSpan="3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9530" marR="49530" marT="24765" marB="2476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356115"/>
                  </a:ext>
                </a:extLst>
              </a:tr>
              <a:tr h="216694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Member</a:t>
                      </a:r>
                      <a:endParaRPr lang="en-US" sz="1200" dirty="0"/>
                    </a:p>
                  </a:txBody>
                  <a:tcPr marL="49530" marR="49530" marT="24765" marB="24765"/>
                </a:tc>
                <a:tc gridSpan="3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9530" marR="49530" marT="24765" marB="2476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679133"/>
                  </a:ext>
                </a:extLst>
              </a:tr>
              <a:tr h="21669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 smtClean="0"/>
                        <a:t>Sebelum</a:t>
                      </a:r>
                      <a:endParaRPr lang="en-US" sz="1200" b="1" dirty="0" smtClean="0"/>
                    </a:p>
                  </a:txBody>
                  <a:tcPr marL="49530" marR="49530" marT="24765" marB="24765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Improvement</a:t>
                      </a:r>
                    </a:p>
                  </a:txBody>
                  <a:tcPr marL="49530" marR="49530" marT="24765" marB="24765"/>
                </a:tc>
                <a:tc hMerge="1"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 smtClean="0"/>
                        <a:t>Sesudah</a:t>
                      </a:r>
                      <a:endParaRPr lang="en-US" sz="1200" b="1" dirty="0" smtClean="0"/>
                    </a:p>
                  </a:txBody>
                  <a:tcPr marL="49530" marR="49530" marT="24765" marB="24765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699079"/>
                  </a:ext>
                </a:extLst>
              </a:tr>
              <a:tr h="15840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9530" marR="49530" marT="24765" marB="24765"/>
                </a:tc>
                <a:tc gridSpan="2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9530" marR="49530" marT="24765" marB="2476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9530" marR="49530" marT="24765" marB="24765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417295"/>
                  </a:ext>
                </a:extLst>
              </a:tr>
              <a:tr h="1981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Before</a:t>
                      </a:r>
                      <a:endParaRPr lang="en-US" sz="1200" b="1" dirty="0"/>
                    </a:p>
                  </a:txBody>
                  <a:tcPr marL="49530" marR="49530" marT="24765" marB="24765" anchor="ctr"/>
                </a:tc>
                <a:tc h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After</a:t>
                      </a:r>
                      <a:endParaRPr lang="en-US" sz="1200" b="1" dirty="0"/>
                    </a:p>
                  </a:txBody>
                  <a:tcPr marL="49530" marR="49530" marT="24765" marB="24765" anchor="ctr"/>
                </a:tc>
                <a:tc h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 smtClean="0"/>
                        <a:t>Manfaat</a:t>
                      </a:r>
                      <a:r>
                        <a:rPr lang="en-US" sz="1200" b="1" dirty="0" smtClean="0"/>
                        <a:t> (Financial)</a:t>
                      </a:r>
                    </a:p>
                  </a:txBody>
                  <a:tcPr marL="49530" marR="49530" marT="24765" marB="24765"/>
                </a:tc>
                <a:extLst>
                  <a:ext uri="{0D108BD9-81ED-4DB2-BD59-A6C34878D82A}">
                    <a16:rowId xmlns:a16="http://schemas.microsoft.com/office/drawing/2014/main" val="3529042098"/>
                  </a:ext>
                </a:extLst>
              </a:tr>
              <a:tr h="3024000">
                <a:tc gridSpan="2">
                  <a:txBody>
                    <a:bodyPr/>
                    <a:lstStyle/>
                    <a:p>
                      <a:r>
                        <a:rPr lang="en-US" sz="1200" dirty="0" smtClean="0"/>
                        <a:t>1.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Tambahkan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gambar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dan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deskripsi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kegiatan</a:t>
                      </a:r>
                      <a:endParaRPr lang="en-US" sz="1200" dirty="0"/>
                    </a:p>
                  </a:txBody>
                  <a:tcPr marL="49530" marR="49530" marT="24765" marB="2476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200" dirty="0" smtClean="0"/>
                        <a:t>1.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Tambahkan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gambar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dan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deskripsi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kegiatan</a:t>
                      </a:r>
                      <a:endParaRPr lang="en-US" sz="1200" dirty="0"/>
                    </a:p>
                  </a:txBody>
                  <a:tcPr marL="49530" marR="49530" marT="24765" marB="2476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9530" marR="49530" marT="24765" marB="24765"/>
                </a:tc>
                <a:extLst>
                  <a:ext uri="{0D108BD9-81ED-4DB2-BD59-A6C34878D82A}">
                    <a16:rowId xmlns:a16="http://schemas.microsoft.com/office/drawing/2014/main" val="93679702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04800" y="4114800"/>
            <a:ext cx="1028699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848101" y="4114800"/>
            <a:ext cx="1028699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8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 smtClean="0">
                <a:solidFill>
                  <a:srgbClr val="0000A3"/>
                </a:solidFill>
              </a:rPr>
              <a:t>PT 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38100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Circle Profile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7473" y="3893349"/>
            <a:ext cx="2938527" cy="2993395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571357"/>
              </p:ext>
            </p:extLst>
          </p:nvPr>
        </p:nvGraphicFramePr>
        <p:xfrm>
          <a:off x="82713" y="651517"/>
          <a:ext cx="9773400" cy="6130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838545159"/>
                    </a:ext>
                  </a:extLst>
                </a:gridCol>
                <a:gridCol w="1865108">
                  <a:extLst>
                    <a:ext uri="{9D8B030D-6E8A-4147-A177-3AD203B41FA5}">
                      <a16:colId xmlns:a16="http://schemas.microsoft.com/office/drawing/2014/main" val="2148337686"/>
                    </a:ext>
                  </a:extLst>
                </a:gridCol>
                <a:gridCol w="3469846">
                  <a:extLst>
                    <a:ext uri="{9D8B030D-6E8A-4147-A177-3AD203B41FA5}">
                      <a16:colId xmlns:a16="http://schemas.microsoft.com/office/drawing/2014/main" val="1687085270"/>
                    </a:ext>
                  </a:extLst>
                </a:gridCol>
                <a:gridCol w="3219246">
                  <a:extLst>
                    <a:ext uri="{9D8B030D-6E8A-4147-A177-3AD203B41FA5}">
                      <a16:colId xmlns:a16="http://schemas.microsoft.com/office/drawing/2014/main" val="3316437893"/>
                    </a:ext>
                  </a:extLst>
                </a:gridCol>
              </a:tblGrid>
              <a:tr h="34439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Nama Circle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:</a:t>
                      </a:r>
                      <a:endParaRPr lang="en-US" sz="1200" dirty="0"/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14"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Circle</a:t>
                      </a:r>
                      <a:r>
                        <a:rPr lang="en-US" sz="1200" b="1" baseline="0" dirty="0" smtClean="0"/>
                        <a:t> Structure</a:t>
                      </a:r>
                      <a:endParaRPr lang="en-US" sz="1200" b="1" dirty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Area QCC</a:t>
                      </a:r>
                      <a:endParaRPr lang="en-US" sz="1200" b="1" dirty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12999508"/>
                  </a:ext>
                </a:extLst>
              </a:tr>
              <a:tr h="344391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Departemen</a:t>
                      </a:r>
                      <a:endParaRPr lang="en-US" sz="1200" dirty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:</a:t>
                      </a:r>
                      <a:endParaRPr lang="en-US" sz="1200" dirty="0"/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41214"/>
                  </a:ext>
                </a:extLst>
              </a:tr>
              <a:tr h="344391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Fasilitator</a:t>
                      </a:r>
                      <a:endParaRPr lang="en-US" sz="1200" dirty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:</a:t>
                      </a:r>
                      <a:endParaRPr lang="en-US" sz="1200" dirty="0"/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395469"/>
                  </a:ext>
                </a:extLst>
              </a:tr>
              <a:tr h="34439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Circle</a:t>
                      </a:r>
                      <a:r>
                        <a:rPr lang="en-US" sz="1200" baseline="0" dirty="0" smtClean="0"/>
                        <a:t> Leader</a:t>
                      </a:r>
                      <a:endParaRPr lang="en-US" sz="1200" dirty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:</a:t>
                      </a:r>
                      <a:endParaRPr lang="en-US" sz="1200" dirty="0"/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429054"/>
                  </a:ext>
                </a:extLst>
              </a:tr>
              <a:tr h="344391">
                <a:tc rowSpan="8">
                  <a:txBody>
                    <a:bodyPr/>
                    <a:lstStyle/>
                    <a:p>
                      <a:r>
                        <a:rPr lang="en-US" sz="1200" dirty="0" smtClean="0"/>
                        <a:t>Member</a:t>
                      </a:r>
                      <a:endParaRPr lang="en-US" sz="1200" dirty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: 1. (</a:t>
                      </a:r>
                      <a:r>
                        <a:rPr lang="en-US" sz="1200" dirty="0" err="1" smtClean="0"/>
                        <a:t>Notulen</a:t>
                      </a:r>
                      <a:r>
                        <a:rPr lang="en-US" sz="1200" dirty="0" smtClean="0"/>
                        <a:t>)</a:t>
                      </a:r>
                      <a:endParaRPr lang="en-US" sz="1200" dirty="0"/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982696"/>
                  </a:ext>
                </a:extLst>
              </a:tr>
              <a:tr h="34439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dirty="0" smtClean="0"/>
                        <a:t>. Member</a:t>
                      </a:r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927229"/>
                  </a:ext>
                </a:extLst>
              </a:tr>
              <a:tr h="34439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1200" dirty="0" smtClean="0"/>
                        <a:t>. Member</a:t>
                      </a:r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97574"/>
                  </a:ext>
                </a:extLst>
              </a:tr>
              <a:tr h="34439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US" sz="1200" dirty="0" smtClean="0"/>
                        <a:t>.</a:t>
                      </a:r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460259"/>
                  </a:ext>
                </a:extLst>
              </a:tr>
              <a:tr h="34439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en-US" sz="1200" dirty="0" smtClean="0"/>
                        <a:t>.</a:t>
                      </a:r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1" baseline="0" dirty="0" smtClean="0"/>
                    </a:p>
                  </a:txBody>
                  <a:tcPr marL="49530" marR="49530" marT="24765" marB="24765"/>
                </a:tc>
                <a:extLst>
                  <a:ext uri="{0D108BD9-81ED-4DB2-BD59-A6C34878D82A}">
                    <a16:rowId xmlns:a16="http://schemas.microsoft.com/office/drawing/2014/main" val="1332197722"/>
                  </a:ext>
                </a:extLst>
              </a:tr>
              <a:tr h="34439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en-US" sz="1200" dirty="0" smtClean="0"/>
                        <a:t>.</a:t>
                      </a:r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1" baseline="0" dirty="0" smtClean="0"/>
                    </a:p>
                  </a:txBody>
                  <a:tcPr marL="49530" marR="49530" marT="24765" marB="24765"/>
                </a:tc>
                <a:extLst>
                  <a:ext uri="{0D108BD9-81ED-4DB2-BD59-A6C34878D82A}">
                    <a16:rowId xmlns:a16="http://schemas.microsoft.com/office/drawing/2014/main" val="322869645"/>
                  </a:ext>
                </a:extLst>
              </a:tr>
              <a:tr h="9557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7.</a:t>
                      </a:r>
                      <a:endParaRPr lang="en-US" sz="1200" dirty="0" smtClean="0"/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40279"/>
                  </a:ext>
                </a:extLst>
              </a:tr>
              <a:tr h="2488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Matrix</a:t>
                      </a:r>
                      <a:r>
                        <a:rPr lang="en-US" sz="1200" b="1" baseline="0" dirty="0" smtClean="0"/>
                        <a:t> </a:t>
                      </a:r>
                      <a:r>
                        <a:rPr lang="en-US" sz="1200" b="1" baseline="0" dirty="0" err="1" smtClean="0"/>
                        <a:t>Kompetensi</a:t>
                      </a:r>
                      <a:r>
                        <a:rPr lang="en-US" sz="1200" b="1" baseline="0" dirty="0" smtClean="0"/>
                        <a:t> Tim</a:t>
                      </a:r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159801"/>
                  </a:ext>
                </a:extLst>
              </a:tr>
              <a:tr h="344391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 err="1" smtClean="0"/>
                        <a:t>Umur</a:t>
                      </a:r>
                      <a:r>
                        <a:rPr lang="en-US" sz="1200" b="0" baseline="0" dirty="0" smtClean="0"/>
                        <a:t> Rata-Rata </a:t>
                      </a:r>
                      <a:endParaRPr lang="en-US" sz="1200" b="0" dirty="0" smtClean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:</a:t>
                      </a:r>
                    </a:p>
                  </a:txBody>
                  <a:tcPr marL="49530" marR="49530" marT="24765" marB="247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1" baseline="0" dirty="0" smtClean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168231"/>
                  </a:ext>
                </a:extLst>
              </a:tr>
              <a:tr h="1997596">
                <a:tc gridSpan="2">
                  <a:txBody>
                    <a:bodyPr/>
                    <a:lstStyle/>
                    <a:p>
                      <a:r>
                        <a:rPr lang="en-US" sz="1200" b="1" dirty="0" err="1" smtClean="0"/>
                        <a:t>Tema</a:t>
                      </a:r>
                      <a:r>
                        <a:rPr lang="en-US" sz="1200" b="1" baseline="0" dirty="0" smtClean="0"/>
                        <a:t> QCC</a:t>
                      </a:r>
                    </a:p>
                    <a:p>
                      <a:endParaRPr lang="en-US" sz="1200" dirty="0" smtClean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1" baseline="0" dirty="0" smtClean="0"/>
                    </a:p>
                  </a:txBody>
                  <a:tcPr marL="49530" marR="49530" marT="24765" marB="247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2006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14029" y="4464796"/>
            <a:ext cx="2517036" cy="254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Diisi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diagram </a:t>
            </a:r>
            <a:r>
              <a:rPr lang="en-US" dirty="0" err="1" smtClean="0"/>
              <a:t>laba-laba</a:t>
            </a:r>
            <a:r>
              <a:rPr lang="en-US" dirty="0" smtClean="0"/>
              <a:t>/radar chart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3213100" y="3280995"/>
            <a:ext cx="836400" cy="819192"/>
            <a:chOff x="3200400" y="3538358"/>
            <a:chExt cx="836400" cy="819192"/>
          </a:xfrm>
        </p:grpSpPr>
        <p:sp>
          <p:nvSpPr>
            <p:cNvPr id="6" name="Rectangle 5"/>
            <p:cNvSpPr/>
            <p:nvPr/>
          </p:nvSpPr>
          <p:spPr>
            <a:xfrm>
              <a:off x="3313800" y="3538358"/>
              <a:ext cx="609600" cy="612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 smtClean="0"/>
                <a:t>Foto</a:t>
              </a:r>
              <a:endParaRPr lang="en-US" sz="90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00400" y="4177550"/>
              <a:ext cx="836400" cy="18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/>
                <a:t>Nama</a:t>
              </a:r>
              <a:endParaRPr lang="en-US" sz="900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58160" y="3280995"/>
            <a:ext cx="836400" cy="819192"/>
            <a:chOff x="4445460" y="3538358"/>
            <a:chExt cx="836400" cy="819192"/>
          </a:xfrm>
        </p:grpSpPr>
        <p:sp>
          <p:nvSpPr>
            <p:cNvPr id="26" name="Rectangle 25"/>
            <p:cNvSpPr/>
            <p:nvPr/>
          </p:nvSpPr>
          <p:spPr>
            <a:xfrm>
              <a:off x="4558860" y="3538358"/>
              <a:ext cx="609600" cy="612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 smtClean="0"/>
                <a:t>Foto</a:t>
              </a:r>
              <a:endParaRPr lang="en-US" sz="900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445460" y="4177550"/>
              <a:ext cx="836400" cy="18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/>
                <a:t>Nama</a:t>
              </a:r>
              <a:endParaRPr lang="en-US" sz="900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638523" y="733697"/>
            <a:ext cx="836400" cy="808692"/>
            <a:chOff x="5722413" y="3708069"/>
            <a:chExt cx="836400" cy="808692"/>
          </a:xfrm>
        </p:grpSpPr>
        <p:sp>
          <p:nvSpPr>
            <p:cNvPr id="42" name="Rectangle 41"/>
            <p:cNvSpPr/>
            <p:nvPr/>
          </p:nvSpPr>
          <p:spPr>
            <a:xfrm>
              <a:off x="5835813" y="3708069"/>
              <a:ext cx="609600" cy="612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 smtClean="0"/>
                <a:t>Foto</a:t>
              </a:r>
              <a:endParaRPr lang="en-US" sz="900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722413" y="4336761"/>
              <a:ext cx="836400" cy="18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/>
                <a:t>Nama</a:t>
              </a:r>
              <a:endParaRPr lang="en-US" sz="900" dirty="0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630996" y="1568410"/>
            <a:ext cx="836400" cy="808692"/>
            <a:chOff x="5722413" y="3708069"/>
            <a:chExt cx="836400" cy="808692"/>
          </a:xfrm>
        </p:grpSpPr>
        <p:sp>
          <p:nvSpPr>
            <p:cNvPr id="54" name="Rectangle 53"/>
            <p:cNvSpPr/>
            <p:nvPr/>
          </p:nvSpPr>
          <p:spPr>
            <a:xfrm>
              <a:off x="5835813" y="3708069"/>
              <a:ext cx="609600" cy="612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 smtClean="0"/>
                <a:t>Foto</a:t>
              </a:r>
              <a:endParaRPr lang="en-US" sz="900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722413" y="4336761"/>
              <a:ext cx="836400" cy="18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/>
                <a:t>Nama</a:t>
              </a:r>
              <a:endParaRPr lang="en-US" sz="900" dirty="0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5637346" y="2430864"/>
            <a:ext cx="836400" cy="808692"/>
            <a:chOff x="5722413" y="3708069"/>
            <a:chExt cx="836400" cy="808692"/>
          </a:xfrm>
        </p:grpSpPr>
        <p:sp>
          <p:nvSpPr>
            <p:cNvPr id="57" name="Rectangle 56"/>
            <p:cNvSpPr/>
            <p:nvPr/>
          </p:nvSpPr>
          <p:spPr>
            <a:xfrm>
              <a:off x="5835813" y="3708069"/>
              <a:ext cx="609600" cy="612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 smtClean="0"/>
                <a:t>Foto</a:t>
              </a:r>
              <a:endParaRPr lang="en-US" sz="900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722413" y="4336761"/>
              <a:ext cx="836400" cy="18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/>
                <a:t>Nama</a:t>
              </a:r>
              <a:endParaRPr lang="en-US" sz="900" dirty="0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5642356" y="3291978"/>
            <a:ext cx="836400" cy="819192"/>
            <a:chOff x="4445460" y="3538358"/>
            <a:chExt cx="836400" cy="819192"/>
          </a:xfrm>
        </p:grpSpPr>
        <p:sp>
          <p:nvSpPr>
            <p:cNvPr id="60" name="Rectangle 59"/>
            <p:cNvSpPr/>
            <p:nvPr/>
          </p:nvSpPr>
          <p:spPr>
            <a:xfrm>
              <a:off x="4558860" y="3538358"/>
              <a:ext cx="609600" cy="612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 smtClean="0"/>
                <a:t>Foto</a:t>
              </a:r>
              <a:endParaRPr lang="en-US" sz="900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445460" y="4177550"/>
              <a:ext cx="836400" cy="18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/>
                <a:t>Nama</a:t>
              </a:r>
              <a:endParaRPr lang="en-US" sz="900" dirty="0"/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5648431" y="4172856"/>
            <a:ext cx="836400" cy="808692"/>
            <a:chOff x="5722413" y="3708069"/>
            <a:chExt cx="836400" cy="808692"/>
          </a:xfrm>
        </p:grpSpPr>
        <p:sp>
          <p:nvSpPr>
            <p:cNvPr id="76" name="Rectangle 75"/>
            <p:cNvSpPr/>
            <p:nvPr/>
          </p:nvSpPr>
          <p:spPr>
            <a:xfrm>
              <a:off x="5835813" y="3708069"/>
              <a:ext cx="609600" cy="612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 smtClean="0"/>
                <a:t>Foto</a:t>
              </a:r>
              <a:endParaRPr lang="en-US" sz="900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722413" y="4336761"/>
              <a:ext cx="836400" cy="18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/>
                <a:t>Nama</a:t>
              </a:r>
              <a:endParaRPr lang="en-US" sz="900" dirty="0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640904" y="5036597"/>
            <a:ext cx="836400" cy="808692"/>
            <a:chOff x="5722413" y="3708069"/>
            <a:chExt cx="836400" cy="808692"/>
          </a:xfrm>
        </p:grpSpPr>
        <p:sp>
          <p:nvSpPr>
            <p:cNvPr id="79" name="Rectangle 78"/>
            <p:cNvSpPr/>
            <p:nvPr/>
          </p:nvSpPr>
          <p:spPr>
            <a:xfrm>
              <a:off x="5835813" y="3708069"/>
              <a:ext cx="609600" cy="612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 smtClean="0"/>
                <a:t>Foto</a:t>
              </a:r>
              <a:endParaRPr lang="en-US" sz="900" dirty="0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722413" y="4336761"/>
              <a:ext cx="836400" cy="18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/>
                <a:t>Nama</a:t>
              </a:r>
              <a:endParaRPr lang="en-US" sz="900" dirty="0"/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5647254" y="5902681"/>
            <a:ext cx="836400" cy="808692"/>
            <a:chOff x="5722413" y="3708069"/>
            <a:chExt cx="836400" cy="808692"/>
          </a:xfrm>
        </p:grpSpPr>
        <p:sp>
          <p:nvSpPr>
            <p:cNvPr id="82" name="Rectangle 81"/>
            <p:cNvSpPr/>
            <p:nvPr/>
          </p:nvSpPr>
          <p:spPr>
            <a:xfrm>
              <a:off x="5835813" y="3708069"/>
              <a:ext cx="609600" cy="612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 smtClean="0"/>
                <a:t>Foto</a:t>
              </a:r>
              <a:endParaRPr lang="en-US" sz="900" dirty="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5722413" y="4336761"/>
              <a:ext cx="836400" cy="18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/>
                <a:t>Nama</a:t>
              </a:r>
              <a:endParaRPr lang="en-US" sz="900" dirty="0"/>
            </a:p>
          </p:txBody>
        </p:sp>
      </p:grpSp>
      <p:cxnSp>
        <p:nvCxnSpPr>
          <p:cNvPr id="84" name="Elbow Connector 83"/>
          <p:cNvCxnSpPr>
            <a:stCxn id="26" idx="3"/>
            <a:endCxn id="42" idx="1"/>
          </p:cNvCxnSpPr>
          <p:nvPr/>
        </p:nvCxnSpPr>
        <p:spPr>
          <a:xfrm flipV="1">
            <a:off x="5181160" y="1039697"/>
            <a:ext cx="570763" cy="25472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Elbow Connector 84"/>
          <p:cNvCxnSpPr>
            <a:stCxn id="26" idx="3"/>
            <a:endCxn id="54" idx="1"/>
          </p:cNvCxnSpPr>
          <p:nvPr/>
        </p:nvCxnSpPr>
        <p:spPr>
          <a:xfrm flipV="1">
            <a:off x="5181160" y="1874410"/>
            <a:ext cx="563236" cy="17125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Elbow Connector 87"/>
          <p:cNvCxnSpPr>
            <a:stCxn id="26" idx="3"/>
            <a:endCxn id="57" idx="1"/>
          </p:cNvCxnSpPr>
          <p:nvPr/>
        </p:nvCxnSpPr>
        <p:spPr>
          <a:xfrm flipV="1">
            <a:off x="5181160" y="2736864"/>
            <a:ext cx="569586" cy="8501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Elbow Connector 90"/>
          <p:cNvCxnSpPr>
            <a:stCxn id="26" idx="3"/>
            <a:endCxn id="60" idx="1"/>
          </p:cNvCxnSpPr>
          <p:nvPr/>
        </p:nvCxnSpPr>
        <p:spPr>
          <a:xfrm>
            <a:off x="5181160" y="3586995"/>
            <a:ext cx="574596" cy="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Elbow Connector 93"/>
          <p:cNvCxnSpPr>
            <a:stCxn id="26" idx="3"/>
            <a:endCxn id="76" idx="1"/>
          </p:cNvCxnSpPr>
          <p:nvPr/>
        </p:nvCxnSpPr>
        <p:spPr>
          <a:xfrm>
            <a:off x="5181160" y="3586995"/>
            <a:ext cx="580671" cy="8918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Elbow Connector 96"/>
          <p:cNvCxnSpPr>
            <a:stCxn id="26" idx="3"/>
            <a:endCxn id="79" idx="1"/>
          </p:cNvCxnSpPr>
          <p:nvPr/>
        </p:nvCxnSpPr>
        <p:spPr>
          <a:xfrm>
            <a:off x="5181160" y="3586995"/>
            <a:ext cx="573144" cy="17556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Elbow Connector 99"/>
          <p:cNvCxnSpPr>
            <a:stCxn id="26" idx="3"/>
            <a:endCxn id="82" idx="1"/>
          </p:cNvCxnSpPr>
          <p:nvPr/>
        </p:nvCxnSpPr>
        <p:spPr>
          <a:xfrm>
            <a:off x="5181160" y="3586995"/>
            <a:ext cx="579494" cy="26216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endCxn id="26" idx="1"/>
          </p:cNvCxnSpPr>
          <p:nvPr/>
        </p:nvCxnSpPr>
        <p:spPr>
          <a:xfrm>
            <a:off x="3936100" y="3586995"/>
            <a:ext cx="635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86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>
                <a:solidFill>
                  <a:srgbClr val="0000A3"/>
                </a:solidFill>
              </a:rPr>
              <a:t>PT 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72386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Schedule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7473" y="3893349"/>
            <a:ext cx="2938527" cy="2993395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08949"/>
              </p:ext>
            </p:extLst>
          </p:nvPr>
        </p:nvGraphicFramePr>
        <p:xfrm>
          <a:off x="163200" y="821038"/>
          <a:ext cx="9590400" cy="4284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880997360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403598022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8031455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1174480531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565074945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853123000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4029408214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539084487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1858825478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469680968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00386370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969709818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1561350190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098971942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3067104890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006981566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1860651960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9958254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744897704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492795369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543375137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097365056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747373082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650840904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1818375028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146313174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1967596536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1821287034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2436766590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3656609168"/>
                    </a:ext>
                  </a:extLst>
                </a:gridCol>
                <a:gridCol w="244800">
                  <a:extLst>
                    <a:ext uri="{9D8B030D-6E8A-4147-A177-3AD203B41FA5}">
                      <a16:colId xmlns:a16="http://schemas.microsoft.com/office/drawing/2014/main" val="773338276"/>
                    </a:ext>
                  </a:extLst>
                </a:gridCol>
              </a:tblGrid>
              <a:tr h="321962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chemeClr val="bg1"/>
                          </a:solidFill>
                        </a:rPr>
                        <a:t>Step QCC</a:t>
                      </a:r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chemeClr val="bg1"/>
                          </a:solidFill>
                        </a:rPr>
                        <a:t>P/A</a:t>
                      </a:r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chemeClr val="bg1"/>
                          </a:solidFill>
                        </a:rPr>
                        <a:t>Sept</a:t>
                      </a:r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chemeClr val="bg1"/>
                          </a:solidFill>
                        </a:rPr>
                        <a:t>Oct</a:t>
                      </a:r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chemeClr val="bg1"/>
                          </a:solidFill>
                        </a:rPr>
                        <a:t>Nov</a:t>
                      </a:r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chemeClr val="bg1"/>
                          </a:solidFill>
                        </a:rPr>
                        <a:t>Dec</a:t>
                      </a:r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chemeClr val="bg1"/>
                          </a:solidFill>
                        </a:rPr>
                        <a:t>Jan</a:t>
                      </a:r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chemeClr val="bg1"/>
                          </a:solidFill>
                        </a:rPr>
                        <a:t>Feb</a:t>
                      </a:r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chemeClr val="bg1"/>
                          </a:solidFill>
                        </a:rPr>
                        <a:t>Mar</a:t>
                      </a:r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807525"/>
                  </a:ext>
                </a:extLst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300" dirty="0" smtClean="0"/>
                        <a:t>1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 rowSpan="2">
                  <a:txBody>
                    <a:bodyPr/>
                    <a:lstStyle/>
                    <a:p>
                      <a:r>
                        <a:rPr lang="en-US" sz="1300" dirty="0" err="1" smtClean="0"/>
                        <a:t>Menentukan</a:t>
                      </a:r>
                      <a:r>
                        <a:rPr lang="en-US" sz="1300" dirty="0" smtClean="0"/>
                        <a:t> </a:t>
                      </a:r>
                      <a:r>
                        <a:rPr lang="en-US" sz="1300" dirty="0" err="1" smtClean="0"/>
                        <a:t>Tema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37237471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2431754257"/>
                  </a:ext>
                </a:extLst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300" dirty="0" smtClean="0"/>
                        <a:t>2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 rowSpan="2">
                  <a:txBody>
                    <a:bodyPr/>
                    <a:lstStyle/>
                    <a:p>
                      <a:r>
                        <a:rPr lang="en-US" sz="1300" dirty="0" err="1" smtClean="0"/>
                        <a:t>Menentukan</a:t>
                      </a:r>
                      <a:r>
                        <a:rPr lang="en-US" sz="1300" baseline="0" dirty="0" smtClean="0"/>
                        <a:t> Target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3085816015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720000693"/>
                  </a:ext>
                </a:extLst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300" dirty="0" smtClean="0"/>
                        <a:t>3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 rowSpan="2">
                  <a:txBody>
                    <a:bodyPr/>
                    <a:lstStyle/>
                    <a:p>
                      <a:r>
                        <a:rPr lang="en-US" sz="1300" dirty="0" err="1" smtClean="0"/>
                        <a:t>Analisa</a:t>
                      </a:r>
                      <a:r>
                        <a:rPr lang="en-US" sz="1300" baseline="0" dirty="0" smtClean="0"/>
                        <a:t> </a:t>
                      </a:r>
                      <a:r>
                        <a:rPr lang="en-US" sz="1300" baseline="0" dirty="0" err="1" smtClean="0"/>
                        <a:t>Kondisi</a:t>
                      </a:r>
                      <a:r>
                        <a:rPr lang="en-US" sz="1300" baseline="0" dirty="0" smtClean="0"/>
                        <a:t> yang Ada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3286648966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2858457492"/>
                  </a:ext>
                </a:extLst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300" dirty="0" smtClean="0"/>
                        <a:t>4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 rowSpan="2">
                  <a:txBody>
                    <a:bodyPr/>
                    <a:lstStyle/>
                    <a:p>
                      <a:r>
                        <a:rPr lang="en-US" sz="1300" dirty="0" err="1" smtClean="0"/>
                        <a:t>Analisa</a:t>
                      </a:r>
                      <a:r>
                        <a:rPr lang="en-US" sz="1300" dirty="0" smtClean="0"/>
                        <a:t> </a:t>
                      </a:r>
                      <a:r>
                        <a:rPr lang="en-US" sz="1300" dirty="0" err="1" smtClean="0"/>
                        <a:t>Sebab-Akibat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3170836976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2966983254"/>
                  </a:ext>
                </a:extLst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300" dirty="0" smtClean="0"/>
                        <a:t>5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 rowSpan="2">
                  <a:txBody>
                    <a:bodyPr/>
                    <a:lstStyle/>
                    <a:p>
                      <a:r>
                        <a:rPr lang="en-US" sz="1300" dirty="0" err="1" smtClean="0"/>
                        <a:t>Rencana</a:t>
                      </a:r>
                      <a:r>
                        <a:rPr lang="en-US" sz="1300" dirty="0" smtClean="0"/>
                        <a:t> </a:t>
                      </a:r>
                      <a:r>
                        <a:rPr lang="en-US" sz="1300" dirty="0" err="1" smtClean="0"/>
                        <a:t>Tindakan</a:t>
                      </a:r>
                      <a:r>
                        <a:rPr lang="en-US" sz="1300" dirty="0" smtClean="0"/>
                        <a:t> </a:t>
                      </a:r>
                      <a:r>
                        <a:rPr lang="en-US" sz="1300" dirty="0" err="1" smtClean="0"/>
                        <a:t>Penanggulangan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49353806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214145880"/>
                  </a:ext>
                </a:extLst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300" dirty="0" smtClean="0"/>
                        <a:t>6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 rowSpan="2">
                  <a:txBody>
                    <a:bodyPr/>
                    <a:lstStyle/>
                    <a:p>
                      <a:r>
                        <a:rPr lang="en-US" sz="1300" dirty="0" err="1" smtClean="0"/>
                        <a:t>Pelaksanaan</a:t>
                      </a:r>
                      <a:r>
                        <a:rPr lang="en-US" sz="1300" baseline="0" dirty="0" smtClean="0"/>
                        <a:t> </a:t>
                      </a:r>
                      <a:r>
                        <a:rPr lang="en-US" sz="1300" baseline="0" dirty="0" err="1" smtClean="0"/>
                        <a:t>Tindakan</a:t>
                      </a:r>
                      <a:r>
                        <a:rPr lang="en-US" sz="1300" baseline="0" dirty="0" smtClean="0"/>
                        <a:t> </a:t>
                      </a:r>
                      <a:r>
                        <a:rPr lang="en-US" sz="1300" baseline="0" dirty="0" err="1" smtClean="0"/>
                        <a:t>Penanggulangan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771504449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696157134"/>
                  </a:ext>
                </a:extLst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300" dirty="0" smtClean="0"/>
                        <a:t>7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 rowSpan="2">
                  <a:txBody>
                    <a:bodyPr/>
                    <a:lstStyle/>
                    <a:p>
                      <a:r>
                        <a:rPr lang="en-US" sz="1300" dirty="0" err="1" smtClean="0"/>
                        <a:t>Evaluasi</a:t>
                      </a:r>
                      <a:r>
                        <a:rPr lang="en-US" sz="1300" dirty="0" smtClean="0"/>
                        <a:t> </a:t>
                      </a:r>
                      <a:r>
                        <a:rPr lang="en-US" sz="1300" dirty="0" err="1" smtClean="0"/>
                        <a:t>Hasil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3398559884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2061071268"/>
                  </a:ext>
                </a:extLst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300" dirty="0" smtClean="0"/>
                        <a:t>8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 rowSpan="2">
                  <a:txBody>
                    <a:bodyPr/>
                    <a:lstStyle/>
                    <a:p>
                      <a:r>
                        <a:rPr lang="en-US" sz="1300" dirty="0" err="1" smtClean="0"/>
                        <a:t>Standarisasi</a:t>
                      </a:r>
                      <a:r>
                        <a:rPr lang="en-US" sz="1300" dirty="0" smtClean="0"/>
                        <a:t> </a:t>
                      </a:r>
                      <a:r>
                        <a:rPr lang="en-US" sz="1300" dirty="0" err="1" smtClean="0"/>
                        <a:t>dan</a:t>
                      </a:r>
                      <a:r>
                        <a:rPr lang="en-US" sz="1300" dirty="0" smtClean="0"/>
                        <a:t> </a:t>
                      </a:r>
                      <a:r>
                        <a:rPr lang="en-US" sz="1300" dirty="0" err="1" smtClean="0"/>
                        <a:t>Penentuan</a:t>
                      </a:r>
                      <a:r>
                        <a:rPr lang="en-US" sz="1300" baseline="0" dirty="0" smtClean="0"/>
                        <a:t> </a:t>
                      </a:r>
                      <a:r>
                        <a:rPr lang="en-US" sz="1300" baseline="0" dirty="0" err="1" smtClean="0"/>
                        <a:t>Tema</a:t>
                      </a:r>
                      <a:r>
                        <a:rPr lang="en-US" sz="1300" baseline="0" dirty="0" smtClean="0"/>
                        <a:t> </a:t>
                      </a:r>
                      <a:r>
                        <a:rPr lang="en-US" sz="1300" baseline="0" dirty="0" err="1" smtClean="0"/>
                        <a:t>Berikutnya</a:t>
                      </a:r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100954156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49530" marR="49530" marT="24765" marB="24765" anchor="ctr"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49530" marR="49530" marT="24765" marB="24765" anchor="ctr"/>
                </a:tc>
                <a:extLst>
                  <a:ext uri="{0D108BD9-81ED-4DB2-BD59-A6C34878D82A}">
                    <a16:rowId xmlns:a16="http://schemas.microsoft.com/office/drawing/2014/main" val="547051521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150500" y="5187867"/>
            <a:ext cx="1062634" cy="565517"/>
            <a:chOff x="228600" y="5153223"/>
            <a:chExt cx="1062634" cy="565517"/>
          </a:xfrm>
        </p:grpSpPr>
        <p:sp>
          <p:nvSpPr>
            <p:cNvPr id="3" name="Rectangle 2"/>
            <p:cNvSpPr/>
            <p:nvPr/>
          </p:nvSpPr>
          <p:spPr>
            <a:xfrm>
              <a:off x="228600" y="5181600"/>
              <a:ext cx="381000" cy="228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06587" y="5153223"/>
              <a:ext cx="4539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Plan</a:t>
              </a:r>
              <a:endParaRPr lang="en-US" sz="12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8600" y="5470118"/>
              <a:ext cx="381000" cy="228600"/>
            </a:xfrm>
            <a:prstGeom prst="rect">
              <a:avLst/>
            </a:prstGeom>
            <a:solidFill>
              <a:srgbClr val="FFB000"/>
            </a:solidFill>
            <a:ln>
              <a:solidFill>
                <a:srgbClr val="FFB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6587" y="5441741"/>
              <a:ext cx="5846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 smtClean="0"/>
                <a:t>Aktual</a:t>
              </a:r>
              <a:endParaRPr lang="en-US" sz="1200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61686" y="733800"/>
            <a:ext cx="9792000" cy="604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5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>
                <a:solidFill>
                  <a:srgbClr val="0000A3"/>
                </a:solidFill>
              </a:rPr>
              <a:t>PT 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72386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</a:p>
          <a:p>
            <a:pPr algn="ctr"/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Menentukan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7473" y="3893349"/>
            <a:ext cx="2938527" cy="299339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413398"/>
              </p:ext>
            </p:extLst>
          </p:nvPr>
        </p:nvGraphicFramePr>
        <p:xfrm>
          <a:off x="50800" y="714828"/>
          <a:ext cx="9813315" cy="583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1105">
                  <a:extLst>
                    <a:ext uri="{9D8B030D-6E8A-4147-A177-3AD203B41FA5}">
                      <a16:colId xmlns:a16="http://schemas.microsoft.com/office/drawing/2014/main" val="4034553755"/>
                    </a:ext>
                  </a:extLst>
                </a:gridCol>
                <a:gridCol w="3271105">
                  <a:extLst>
                    <a:ext uri="{9D8B030D-6E8A-4147-A177-3AD203B41FA5}">
                      <a16:colId xmlns:a16="http://schemas.microsoft.com/office/drawing/2014/main" val="2901094275"/>
                    </a:ext>
                  </a:extLst>
                </a:gridCol>
                <a:gridCol w="3271105">
                  <a:extLst>
                    <a:ext uri="{9D8B030D-6E8A-4147-A177-3AD203B41FA5}">
                      <a16:colId xmlns:a16="http://schemas.microsoft.com/office/drawing/2014/main" val="1115953891"/>
                    </a:ext>
                  </a:extLst>
                </a:gridCol>
              </a:tblGrid>
              <a:tr h="2916000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Sajikan</a:t>
                      </a:r>
                      <a:r>
                        <a:rPr lang="en-US" sz="1400" baseline="0" dirty="0" smtClean="0"/>
                        <a:t> data </a:t>
                      </a:r>
                      <a:r>
                        <a:rPr lang="en-US" sz="1400" baseline="0" dirty="0" err="1" smtClean="0"/>
                        <a:t>dari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err="1" smtClean="0"/>
                        <a:t>aspek</a:t>
                      </a:r>
                      <a:r>
                        <a:rPr lang="en-US" sz="1400" baseline="0" dirty="0" smtClean="0"/>
                        <a:t> Safety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/>
                        <a:t>Sajikan</a:t>
                      </a:r>
                      <a:r>
                        <a:rPr lang="en-US" sz="1400" baseline="0" dirty="0" smtClean="0"/>
                        <a:t> data </a:t>
                      </a:r>
                      <a:r>
                        <a:rPr lang="en-US" sz="1400" baseline="0" dirty="0" err="1" smtClean="0"/>
                        <a:t>dari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err="1" smtClean="0"/>
                        <a:t>aspek</a:t>
                      </a:r>
                      <a:r>
                        <a:rPr lang="en-US" sz="1400" baseline="0" dirty="0" smtClean="0"/>
                        <a:t> Quality</a:t>
                      </a:r>
                      <a:endParaRPr lang="en-US" sz="1400" dirty="0" smtClean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/>
                        <a:t>Sajikan</a:t>
                      </a:r>
                      <a:r>
                        <a:rPr lang="en-US" sz="1400" baseline="0" dirty="0" smtClean="0"/>
                        <a:t> data </a:t>
                      </a:r>
                      <a:r>
                        <a:rPr lang="en-US" sz="1400" baseline="0" dirty="0" err="1" smtClean="0"/>
                        <a:t>dari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err="1" smtClean="0"/>
                        <a:t>aspek</a:t>
                      </a:r>
                      <a:r>
                        <a:rPr lang="en-US" sz="1400" baseline="0" dirty="0" smtClean="0"/>
                        <a:t> Cost</a:t>
                      </a:r>
                      <a:endParaRPr lang="en-US" sz="1400" dirty="0" smtClean="0"/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33725"/>
                  </a:ext>
                </a:extLst>
              </a:tr>
              <a:tr h="2916000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/>
                        <a:t>Sajikan</a:t>
                      </a:r>
                      <a:r>
                        <a:rPr lang="en-US" sz="1400" baseline="0" dirty="0" smtClean="0"/>
                        <a:t> data </a:t>
                      </a:r>
                      <a:r>
                        <a:rPr lang="en-US" sz="1400" baseline="0" dirty="0" err="1" smtClean="0"/>
                        <a:t>dari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err="1" smtClean="0"/>
                        <a:t>aspek</a:t>
                      </a:r>
                      <a:r>
                        <a:rPr lang="en-US" sz="1400" baseline="0" dirty="0" smtClean="0"/>
                        <a:t> Delivery</a:t>
                      </a:r>
                      <a:endParaRPr lang="en-US" sz="1400" dirty="0" smtClean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/>
                        <a:t>Sajikan</a:t>
                      </a:r>
                      <a:r>
                        <a:rPr lang="en-US" sz="1400" baseline="0" dirty="0" smtClean="0"/>
                        <a:t> data </a:t>
                      </a:r>
                      <a:r>
                        <a:rPr lang="en-US" sz="1400" baseline="0" dirty="0" err="1" smtClean="0"/>
                        <a:t>dari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err="1" smtClean="0"/>
                        <a:t>aspek</a:t>
                      </a:r>
                      <a:r>
                        <a:rPr lang="en-US" sz="1400" baseline="0" dirty="0" smtClean="0"/>
                        <a:t> Moral</a:t>
                      </a:r>
                      <a:endParaRPr lang="en-US" sz="1400" dirty="0" smtClean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/>
                        <a:t>Sajikan</a:t>
                      </a:r>
                      <a:r>
                        <a:rPr lang="en-US" sz="1400" baseline="0" dirty="0" smtClean="0"/>
                        <a:t> data </a:t>
                      </a:r>
                      <a:r>
                        <a:rPr lang="en-US" sz="1400" baseline="0" dirty="0" err="1" smtClean="0"/>
                        <a:t>dari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err="1" smtClean="0"/>
                        <a:t>aspek</a:t>
                      </a:r>
                      <a:r>
                        <a:rPr lang="en-US" sz="1400" baseline="0" dirty="0" smtClean="0"/>
                        <a:t> Productivity</a:t>
                      </a:r>
                      <a:endParaRPr lang="en-US" sz="1400" dirty="0" smtClean="0"/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06529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837846" y="593867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latin typeface="Algerian" panose="04020705040A02060702" pitchFamily="82" charset="0"/>
              </a:rPr>
              <a:t>S</a:t>
            </a:r>
            <a:endParaRPr lang="en-US" sz="4000" b="1" dirty="0">
              <a:latin typeface="Algerian" panose="04020705040A02060702" pitchFamily="8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81486" y="576630"/>
            <a:ext cx="5132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latin typeface="Algerian" panose="04020705040A02060702" pitchFamily="82" charset="0"/>
              </a:rPr>
              <a:t>Q</a:t>
            </a:r>
            <a:endParaRPr lang="en-US" sz="4000" b="1" dirty="0">
              <a:latin typeface="Algerian" panose="04020705040A02060702" pitchFamily="8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32851" y="576944"/>
            <a:ext cx="4828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301" y="3539406"/>
            <a:ext cx="4940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latin typeface="Algerian" panose="04020705040A02060702" pitchFamily="82" charset="0"/>
              </a:rPr>
              <a:t>D</a:t>
            </a:r>
            <a:endParaRPr lang="en-US" sz="4000" b="1" dirty="0">
              <a:latin typeface="Algerian" panose="04020705040A02060702" pitchFamily="8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74685" y="3527306"/>
            <a:ext cx="5597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3142" y="3517441"/>
            <a:ext cx="4876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latin typeface="Algerian" panose="04020705040A02060702" pitchFamily="82" charset="0"/>
              </a:rPr>
              <a:t>P</a:t>
            </a:r>
            <a:endParaRPr lang="en-US" sz="40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99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 smtClean="0">
                <a:solidFill>
                  <a:srgbClr val="0000A3"/>
                </a:solidFill>
              </a:rPr>
              <a:t>PT </a:t>
            </a:r>
            <a:r>
              <a:rPr lang="en-US" sz="1200" spc="103" dirty="0">
                <a:solidFill>
                  <a:srgbClr val="0000A3"/>
                </a:solidFill>
              </a:rPr>
              <a:t>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72386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</a:p>
          <a:p>
            <a:pPr algn="ctr"/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Menentukan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7473" y="3893349"/>
            <a:ext cx="2938527" cy="29933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686" y="733800"/>
            <a:ext cx="9792000" cy="604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2200" y="3124200"/>
            <a:ext cx="55547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Add data detail </a:t>
            </a:r>
            <a:r>
              <a:rPr lang="en-US" sz="1600" dirty="0" err="1" smtClean="0"/>
              <a:t>alasan</a:t>
            </a:r>
            <a:r>
              <a:rPr lang="en-US" sz="1600" dirty="0" smtClean="0"/>
              <a:t> </a:t>
            </a:r>
            <a:r>
              <a:rPr lang="en-US" sz="1600" dirty="0" err="1" smtClean="0"/>
              <a:t>pengambilan</a:t>
            </a:r>
            <a:r>
              <a:rPr lang="en-US" sz="1600" dirty="0" smtClean="0"/>
              <a:t> </a:t>
            </a:r>
            <a:r>
              <a:rPr lang="en-US" sz="1600" dirty="0" err="1" smtClean="0"/>
              <a:t>tema</a:t>
            </a:r>
            <a:r>
              <a:rPr lang="en-US" sz="1600" dirty="0" smtClean="0"/>
              <a:t> </a:t>
            </a:r>
            <a:r>
              <a:rPr lang="en-US" sz="1600" dirty="0" err="1" smtClean="0"/>
              <a:t>dan</a:t>
            </a:r>
            <a:r>
              <a:rPr lang="en-US" sz="1600" dirty="0" smtClean="0"/>
              <a:t> </a:t>
            </a:r>
            <a:r>
              <a:rPr lang="en-US" sz="1600" dirty="0" err="1" smtClean="0"/>
              <a:t>tema</a:t>
            </a:r>
            <a:r>
              <a:rPr lang="en-US" sz="1600" dirty="0" smtClean="0"/>
              <a:t> yang </a:t>
            </a:r>
            <a:r>
              <a:rPr lang="en-US" sz="1600" dirty="0" err="1" smtClean="0"/>
              <a:t>diambil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1692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</a:t>
            </a:r>
            <a:r>
              <a:rPr lang="en-US" sz="2100" spc="103" dirty="0" smtClean="0"/>
              <a:t>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>
                <a:solidFill>
                  <a:srgbClr val="0000A3"/>
                </a:solidFill>
              </a:rPr>
              <a:t>PT SUMMIT ADYAWINSA INDONESIA</a:t>
            </a:r>
            <a:endParaRPr sz="1200" spc="103" dirty="0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72386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</a:p>
          <a:p>
            <a:pPr algn="ctr"/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Menentukan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Target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6094598" y="6209982"/>
            <a:ext cx="3811402" cy="648018"/>
          </a:xfrm>
          <a:custGeom>
            <a:avLst/>
            <a:gdLst/>
            <a:ahLst/>
            <a:cxnLst/>
            <a:rect l="l" t="t" r="r" b="b"/>
            <a:pathLst>
              <a:path w="7036434" h="1196340">
                <a:moveTo>
                  <a:pt x="5321167" y="945517"/>
                </a:moveTo>
                <a:lnTo>
                  <a:pt x="7036132" y="945517"/>
                </a:lnTo>
                <a:lnTo>
                  <a:pt x="7036132" y="924401"/>
                </a:lnTo>
                <a:lnTo>
                  <a:pt x="5330556" y="924401"/>
                </a:lnTo>
                <a:lnTo>
                  <a:pt x="4858763" y="473931"/>
                </a:lnTo>
                <a:lnTo>
                  <a:pt x="5330556" y="21115"/>
                </a:lnTo>
                <a:lnTo>
                  <a:pt x="7036132" y="21115"/>
                </a:lnTo>
                <a:lnTo>
                  <a:pt x="7036132" y="0"/>
                </a:lnTo>
                <a:lnTo>
                  <a:pt x="5321167" y="0"/>
                </a:lnTo>
                <a:lnTo>
                  <a:pt x="4839985" y="462200"/>
                </a:lnTo>
                <a:lnTo>
                  <a:pt x="2539701" y="462200"/>
                </a:lnTo>
                <a:lnTo>
                  <a:pt x="2524337" y="483316"/>
                </a:lnTo>
                <a:lnTo>
                  <a:pt x="4839985" y="483316"/>
                </a:lnTo>
                <a:lnTo>
                  <a:pt x="5321167" y="945517"/>
                </a:lnTo>
                <a:close/>
              </a:path>
              <a:path w="7036434" h="1196340">
                <a:moveTo>
                  <a:pt x="0" y="1196035"/>
                </a:moveTo>
                <a:lnTo>
                  <a:pt x="2035427" y="1196035"/>
                </a:lnTo>
                <a:lnTo>
                  <a:pt x="2551437" y="483316"/>
                </a:lnTo>
                <a:lnTo>
                  <a:pt x="2524337" y="483316"/>
                </a:lnTo>
                <a:lnTo>
                  <a:pt x="2013922" y="1184829"/>
                </a:lnTo>
                <a:lnTo>
                  <a:pt x="0" y="1184829"/>
                </a:lnTo>
                <a:lnTo>
                  <a:pt x="0" y="1196035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grpSp>
        <p:nvGrpSpPr>
          <p:cNvPr id="16" name="Group 15"/>
          <p:cNvGrpSpPr/>
          <p:nvPr/>
        </p:nvGrpSpPr>
        <p:grpSpPr>
          <a:xfrm>
            <a:off x="1061349" y="1831379"/>
            <a:ext cx="7880201" cy="403730"/>
            <a:chOff x="914400" y="5401439"/>
            <a:chExt cx="14548063" cy="745347"/>
          </a:xfrm>
        </p:grpSpPr>
        <p:sp>
          <p:nvSpPr>
            <p:cNvPr id="17" name="object 9"/>
            <p:cNvSpPr/>
            <p:nvPr/>
          </p:nvSpPr>
          <p:spPr>
            <a:xfrm>
              <a:off x="1116995" y="5725439"/>
              <a:ext cx="14040000" cy="133350"/>
            </a:xfrm>
            <a:custGeom>
              <a:avLst/>
              <a:gdLst/>
              <a:ahLst/>
              <a:cxnLst/>
              <a:rect l="l" t="t" r="r" b="b"/>
              <a:pathLst>
                <a:path w="16544925" h="133350">
                  <a:moveTo>
                    <a:pt x="16544923" y="133349"/>
                  </a:moveTo>
                  <a:lnTo>
                    <a:pt x="0" y="133349"/>
                  </a:lnTo>
                  <a:lnTo>
                    <a:pt x="0" y="0"/>
                  </a:lnTo>
                  <a:lnTo>
                    <a:pt x="16544923" y="0"/>
                  </a:lnTo>
                  <a:lnTo>
                    <a:pt x="16544923" y="133349"/>
                  </a:lnTo>
                  <a:close/>
                </a:path>
              </a:pathLst>
            </a:custGeom>
            <a:solidFill>
              <a:srgbClr val="15171B"/>
            </a:solidFill>
          </p:spPr>
          <p:txBody>
            <a:bodyPr wrap="square" lIns="0" tIns="0" rIns="0" bIns="0" rtlCol="0"/>
            <a:lstStyle/>
            <a:p>
              <a:endParaRPr sz="572"/>
            </a:p>
          </p:txBody>
        </p:sp>
        <p:sp>
          <p:nvSpPr>
            <p:cNvPr id="18" name="Oval 17"/>
            <p:cNvSpPr/>
            <p:nvPr/>
          </p:nvSpPr>
          <p:spPr>
            <a:xfrm>
              <a:off x="914400" y="5440642"/>
              <a:ext cx="648000" cy="648000"/>
            </a:xfrm>
            <a:prstGeom prst="ellipse">
              <a:avLst/>
            </a:prstGeom>
            <a:solidFill>
              <a:srgbClr val="FFB000"/>
            </a:solidFill>
            <a:ln>
              <a:solidFill>
                <a:srgbClr val="FFB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2"/>
            </a:p>
          </p:txBody>
        </p:sp>
        <p:sp>
          <p:nvSpPr>
            <p:cNvPr id="19" name="Oval 18"/>
            <p:cNvSpPr/>
            <p:nvPr/>
          </p:nvSpPr>
          <p:spPr>
            <a:xfrm>
              <a:off x="4362192" y="5401439"/>
              <a:ext cx="648000" cy="648000"/>
            </a:xfrm>
            <a:prstGeom prst="ellipse">
              <a:avLst/>
            </a:prstGeom>
            <a:solidFill>
              <a:srgbClr val="FFB000"/>
            </a:solidFill>
            <a:ln>
              <a:solidFill>
                <a:srgbClr val="FFB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2"/>
            </a:p>
          </p:txBody>
        </p:sp>
        <p:sp>
          <p:nvSpPr>
            <p:cNvPr id="20" name="Oval 19"/>
            <p:cNvSpPr/>
            <p:nvPr/>
          </p:nvSpPr>
          <p:spPr>
            <a:xfrm>
              <a:off x="7718649" y="5468114"/>
              <a:ext cx="648000" cy="648000"/>
            </a:xfrm>
            <a:prstGeom prst="ellipse">
              <a:avLst/>
            </a:prstGeom>
            <a:solidFill>
              <a:srgbClr val="FFB000"/>
            </a:solidFill>
            <a:ln>
              <a:solidFill>
                <a:srgbClr val="FFB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2"/>
            </a:p>
          </p:txBody>
        </p:sp>
        <p:sp>
          <p:nvSpPr>
            <p:cNvPr id="21" name="Oval 20"/>
            <p:cNvSpPr/>
            <p:nvPr/>
          </p:nvSpPr>
          <p:spPr>
            <a:xfrm>
              <a:off x="11335221" y="5498786"/>
              <a:ext cx="648000" cy="648000"/>
            </a:xfrm>
            <a:prstGeom prst="ellipse">
              <a:avLst/>
            </a:prstGeom>
            <a:solidFill>
              <a:srgbClr val="FFB000"/>
            </a:solidFill>
            <a:ln>
              <a:solidFill>
                <a:srgbClr val="FFB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2"/>
            </a:p>
          </p:txBody>
        </p:sp>
        <p:sp>
          <p:nvSpPr>
            <p:cNvPr id="22" name="Oval 21"/>
            <p:cNvSpPr/>
            <p:nvPr/>
          </p:nvSpPr>
          <p:spPr>
            <a:xfrm>
              <a:off x="14814463" y="5494800"/>
              <a:ext cx="648000" cy="648000"/>
            </a:xfrm>
            <a:prstGeom prst="ellipse">
              <a:avLst/>
            </a:prstGeom>
            <a:solidFill>
              <a:srgbClr val="FFB000"/>
            </a:solidFill>
            <a:ln>
              <a:solidFill>
                <a:srgbClr val="FFB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2"/>
            </a:p>
          </p:txBody>
        </p:sp>
      </p:grpSp>
      <p:sp>
        <p:nvSpPr>
          <p:cNvPr id="23" name="object 13"/>
          <p:cNvSpPr txBox="1"/>
          <p:nvPr/>
        </p:nvSpPr>
        <p:spPr>
          <a:xfrm>
            <a:off x="731486" y="854830"/>
            <a:ext cx="2060089" cy="926136"/>
          </a:xfrm>
          <a:prstGeom prst="rect">
            <a:avLst/>
          </a:prstGeom>
        </p:spPr>
        <p:txBody>
          <a:bodyPr vert="horz" wrap="square" lIns="0" tIns="93901" rIns="0" bIns="0" rtlCol="0">
            <a:spAutoFit/>
          </a:bodyPr>
          <a:lstStyle/>
          <a:p>
            <a:pPr marL="6880">
              <a:spcBef>
                <a:spcPts val="739"/>
              </a:spcBef>
            </a:pPr>
            <a:r>
              <a:rPr lang="en-US" sz="1300" b="1" i="1" spc="49" dirty="0">
                <a:latin typeface="Arial"/>
                <a:cs typeface="Arial"/>
              </a:rPr>
              <a:t>Specific</a:t>
            </a:r>
            <a:endParaRPr lang="en-US" sz="1300" dirty="0">
              <a:latin typeface="Arial"/>
              <a:cs typeface="Arial"/>
            </a:endParaRPr>
          </a:p>
          <a:p>
            <a:pPr marL="6880" marR="2752">
              <a:lnSpc>
                <a:spcPct val="115599"/>
              </a:lnSpc>
              <a:spcBef>
                <a:spcPts val="368"/>
              </a:spcBef>
            </a:pPr>
            <a:r>
              <a:rPr lang="en-US" sz="1083" spc="5" dirty="0">
                <a:latin typeface="Lucida Sans Unicode"/>
                <a:cs typeface="Lucida Sans Unicode"/>
              </a:rPr>
              <a:t>(</a:t>
            </a:r>
            <a:r>
              <a:rPr lang="en-US" sz="1083" spc="5" dirty="0" err="1">
                <a:latin typeface="Lucida Sans Unicode"/>
                <a:cs typeface="Lucida Sans Unicode"/>
              </a:rPr>
              <a:t>Desciption</a:t>
            </a:r>
            <a:r>
              <a:rPr lang="en-US" sz="1083" spc="5" dirty="0">
                <a:latin typeface="Lucida Sans Unicode"/>
                <a:cs typeface="Lucida Sans Unicode"/>
              </a:rPr>
              <a:t> of target)…………………………………………………………….</a:t>
            </a:r>
            <a:endParaRPr sz="1083" dirty="0">
              <a:latin typeface="Lucida Sans Unicode"/>
              <a:cs typeface="Lucida Sans Unicode"/>
            </a:endParaRPr>
          </a:p>
        </p:txBody>
      </p:sp>
      <p:sp>
        <p:nvSpPr>
          <p:cNvPr id="24" name="object 13"/>
          <p:cNvSpPr txBox="1"/>
          <p:nvPr/>
        </p:nvSpPr>
        <p:spPr>
          <a:xfrm>
            <a:off x="2630136" y="2186962"/>
            <a:ext cx="2060089" cy="926136"/>
          </a:xfrm>
          <a:prstGeom prst="rect">
            <a:avLst/>
          </a:prstGeom>
        </p:spPr>
        <p:txBody>
          <a:bodyPr vert="horz" wrap="square" lIns="0" tIns="93901" rIns="0" bIns="0" rtlCol="0">
            <a:spAutoFit/>
          </a:bodyPr>
          <a:lstStyle/>
          <a:p>
            <a:pPr marL="6880">
              <a:spcBef>
                <a:spcPts val="739"/>
              </a:spcBef>
            </a:pPr>
            <a:r>
              <a:rPr lang="en-US" sz="1300" b="1" i="1" spc="49" dirty="0">
                <a:latin typeface="Arial"/>
                <a:cs typeface="Arial"/>
              </a:rPr>
              <a:t>Measurable</a:t>
            </a:r>
            <a:endParaRPr sz="1300" dirty="0">
              <a:latin typeface="Arial"/>
              <a:cs typeface="Arial"/>
            </a:endParaRPr>
          </a:p>
          <a:p>
            <a:pPr marL="6880" marR="2752">
              <a:lnSpc>
                <a:spcPct val="115599"/>
              </a:lnSpc>
              <a:spcBef>
                <a:spcPts val="368"/>
              </a:spcBef>
            </a:pPr>
            <a:r>
              <a:rPr lang="en-US" sz="1083" spc="5" dirty="0">
                <a:latin typeface="Lucida Sans Unicode"/>
                <a:cs typeface="Lucida Sans Unicode"/>
              </a:rPr>
              <a:t>(</a:t>
            </a:r>
            <a:r>
              <a:rPr lang="en-US" sz="1083" spc="5" dirty="0" err="1">
                <a:latin typeface="Lucida Sans Unicode"/>
                <a:cs typeface="Lucida Sans Unicode"/>
              </a:rPr>
              <a:t>Desciption</a:t>
            </a:r>
            <a:r>
              <a:rPr lang="en-US" sz="1083" spc="5" dirty="0">
                <a:latin typeface="Lucida Sans Unicode"/>
                <a:cs typeface="Lucida Sans Unicode"/>
              </a:rPr>
              <a:t> of target)…………………………………………………………….</a:t>
            </a:r>
            <a:r>
              <a:rPr sz="1083" spc="8" dirty="0">
                <a:latin typeface="Lucida Sans Unicode"/>
                <a:cs typeface="Lucida Sans Unicode"/>
              </a:rPr>
              <a:t>.</a:t>
            </a:r>
            <a:endParaRPr sz="1083" dirty="0">
              <a:latin typeface="Lucida Sans Unicode"/>
              <a:cs typeface="Lucida Sans Unicode"/>
            </a:endParaRPr>
          </a:p>
        </p:txBody>
      </p:sp>
      <p:sp>
        <p:nvSpPr>
          <p:cNvPr id="25" name="object 13"/>
          <p:cNvSpPr txBox="1"/>
          <p:nvPr/>
        </p:nvSpPr>
        <p:spPr>
          <a:xfrm>
            <a:off x="4360025" y="901461"/>
            <a:ext cx="2060089" cy="926136"/>
          </a:xfrm>
          <a:prstGeom prst="rect">
            <a:avLst/>
          </a:prstGeom>
        </p:spPr>
        <p:txBody>
          <a:bodyPr vert="horz" wrap="square" lIns="0" tIns="93901" rIns="0" bIns="0" rtlCol="0">
            <a:spAutoFit/>
          </a:bodyPr>
          <a:lstStyle/>
          <a:p>
            <a:pPr marL="6880">
              <a:spcBef>
                <a:spcPts val="739"/>
              </a:spcBef>
            </a:pPr>
            <a:r>
              <a:rPr lang="en-US" sz="1300" b="1" i="1" spc="49" dirty="0">
                <a:latin typeface="Arial"/>
                <a:cs typeface="Arial"/>
              </a:rPr>
              <a:t>Achievable</a:t>
            </a:r>
            <a:endParaRPr sz="1300" dirty="0">
              <a:latin typeface="Arial"/>
              <a:cs typeface="Arial"/>
            </a:endParaRPr>
          </a:p>
          <a:p>
            <a:pPr marL="6880" marR="2752">
              <a:lnSpc>
                <a:spcPct val="115599"/>
              </a:lnSpc>
              <a:spcBef>
                <a:spcPts val="368"/>
              </a:spcBef>
            </a:pPr>
            <a:r>
              <a:rPr lang="en-US" sz="1083" spc="5" dirty="0">
                <a:latin typeface="Lucida Sans Unicode"/>
                <a:cs typeface="Lucida Sans Unicode"/>
              </a:rPr>
              <a:t>(</a:t>
            </a:r>
            <a:r>
              <a:rPr lang="en-US" sz="1083" spc="5" dirty="0" err="1">
                <a:latin typeface="Lucida Sans Unicode"/>
                <a:cs typeface="Lucida Sans Unicode"/>
              </a:rPr>
              <a:t>Desciption</a:t>
            </a:r>
            <a:r>
              <a:rPr lang="en-US" sz="1083" spc="5" dirty="0">
                <a:latin typeface="Lucida Sans Unicode"/>
                <a:cs typeface="Lucida Sans Unicode"/>
              </a:rPr>
              <a:t> of target)…………………………………………………………….</a:t>
            </a:r>
            <a:endParaRPr lang="en-US" sz="1083" dirty="0">
              <a:latin typeface="Lucida Sans Unicode"/>
              <a:cs typeface="Lucida Sans Unicode"/>
            </a:endParaRPr>
          </a:p>
        </p:txBody>
      </p:sp>
      <p:sp>
        <p:nvSpPr>
          <p:cNvPr id="26" name="object 13"/>
          <p:cNvSpPr txBox="1"/>
          <p:nvPr/>
        </p:nvSpPr>
        <p:spPr>
          <a:xfrm>
            <a:off x="6423775" y="2244398"/>
            <a:ext cx="2060089" cy="926136"/>
          </a:xfrm>
          <a:prstGeom prst="rect">
            <a:avLst/>
          </a:prstGeom>
        </p:spPr>
        <p:txBody>
          <a:bodyPr vert="horz" wrap="square" lIns="0" tIns="93901" rIns="0" bIns="0" rtlCol="0">
            <a:spAutoFit/>
          </a:bodyPr>
          <a:lstStyle/>
          <a:p>
            <a:pPr marL="6880">
              <a:spcBef>
                <a:spcPts val="739"/>
              </a:spcBef>
            </a:pPr>
            <a:r>
              <a:rPr lang="en-US" sz="1300" b="1" i="1" spc="49" dirty="0">
                <a:latin typeface="Arial"/>
                <a:cs typeface="Arial"/>
              </a:rPr>
              <a:t>Reasonable</a:t>
            </a:r>
            <a:endParaRPr sz="1300" dirty="0">
              <a:latin typeface="Arial"/>
              <a:cs typeface="Arial"/>
            </a:endParaRPr>
          </a:p>
          <a:p>
            <a:pPr marL="6880" marR="2752">
              <a:lnSpc>
                <a:spcPct val="115599"/>
              </a:lnSpc>
              <a:spcBef>
                <a:spcPts val="368"/>
              </a:spcBef>
            </a:pPr>
            <a:r>
              <a:rPr lang="en-US" sz="1083" spc="5" dirty="0">
                <a:latin typeface="Lucida Sans Unicode"/>
                <a:cs typeface="Lucida Sans Unicode"/>
              </a:rPr>
              <a:t>(</a:t>
            </a:r>
            <a:r>
              <a:rPr lang="en-US" sz="1083" spc="5" dirty="0" err="1">
                <a:latin typeface="Lucida Sans Unicode"/>
                <a:cs typeface="Lucida Sans Unicode"/>
              </a:rPr>
              <a:t>Desciption</a:t>
            </a:r>
            <a:r>
              <a:rPr lang="en-US" sz="1083" spc="5" dirty="0">
                <a:latin typeface="Lucida Sans Unicode"/>
                <a:cs typeface="Lucida Sans Unicode"/>
              </a:rPr>
              <a:t> of target)…………………………………………………………….</a:t>
            </a:r>
            <a:endParaRPr lang="en-US" sz="1083" dirty="0">
              <a:latin typeface="Lucida Sans Unicode"/>
              <a:cs typeface="Lucida Sans Unicode"/>
            </a:endParaRPr>
          </a:p>
        </p:txBody>
      </p:sp>
      <p:sp>
        <p:nvSpPr>
          <p:cNvPr id="27" name="object 13"/>
          <p:cNvSpPr txBox="1"/>
          <p:nvPr/>
        </p:nvSpPr>
        <p:spPr>
          <a:xfrm>
            <a:off x="8155156" y="888602"/>
            <a:ext cx="1694444" cy="926136"/>
          </a:xfrm>
          <a:prstGeom prst="rect">
            <a:avLst/>
          </a:prstGeom>
        </p:spPr>
        <p:txBody>
          <a:bodyPr vert="horz" wrap="square" lIns="0" tIns="93901" rIns="0" bIns="0" rtlCol="0">
            <a:spAutoFit/>
          </a:bodyPr>
          <a:lstStyle/>
          <a:p>
            <a:pPr marL="6880">
              <a:spcBef>
                <a:spcPts val="739"/>
              </a:spcBef>
            </a:pPr>
            <a:r>
              <a:rPr lang="en-US" sz="1300" b="1" i="1" spc="49" dirty="0">
                <a:latin typeface="Arial"/>
                <a:cs typeface="Arial"/>
              </a:rPr>
              <a:t>Time Based</a:t>
            </a:r>
            <a:endParaRPr lang="en-US" sz="1300" dirty="0">
              <a:latin typeface="Arial"/>
              <a:cs typeface="Arial"/>
            </a:endParaRPr>
          </a:p>
          <a:p>
            <a:pPr marL="6880" marR="2752">
              <a:lnSpc>
                <a:spcPct val="115599"/>
              </a:lnSpc>
              <a:spcBef>
                <a:spcPts val="368"/>
              </a:spcBef>
            </a:pPr>
            <a:r>
              <a:rPr lang="en-US" sz="1083" spc="5" dirty="0">
                <a:latin typeface="Lucida Sans Unicode"/>
                <a:cs typeface="Lucida Sans Unicode"/>
              </a:rPr>
              <a:t>(</a:t>
            </a:r>
            <a:r>
              <a:rPr lang="en-US" sz="1083" spc="5" dirty="0" err="1">
                <a:latin typeface="Lucida Sans Unicode"/>
                <a:cs typeface="Lucida Sans Unicode"/>
              </a:rPr>
              <a:t>Desciption</a:t>
            </a:r>
            <a:r>
              <a:rPr lang="en-US" sz="1083" spc="5" dirty="0">
                <a:latin typeface="Lucida Sans Unicode"/>
                <a:cs typeface="Lucida Sans Unicode"/>
              </a:rPr>
              <a:t> of target)………………………………………………….</a:t>
            </a:r>
            <a:endParaRPr lang="en-US" sz="1083" dirty="0">
              <a:latin typeface="Lucida Sans Unicode"/>
              <a:cs typeface="Lucida Sans Unicode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5458285"/>
            <a:ext cx="2389839" cy="139610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1686" y="733800"/>
            <a:ext cx="9792000" cy="604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09486" y="3376729"/>
            <a:ext cx="9296400" cy="7196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800" dirty="0" smtClean="0"/>
              <a:t>Target:</a:t>
            </a:r>
            <a:endParaRPr lang="en-US" sz="1800" dirty="0"/>
          </a:p>
        </p:txBody>
      </p:sp>
      <p:sp>
        <p:nvSpPr>
          <p:cNvPr id="31" name="Rectangle 30"/>
          <p:cNvSpPr/>
          <p:nvPr/>
        </p:nvSpPr>
        <p:spPr>
          <a:xfrm>
            <a:off x="304800" y="4223125"/>
            <a:ext cx="9296400" cy="24685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800" dirty="0" smtClean="0"/>
              <a:t>Data </a:t>
            </a:r>
            <a:r>
              <a:rPr lang="en-US" sz="1800" dirty="0" err="1" smtClean="0"/>
              <a:t>pendukung</a:t>
            </a:r>
            <a:r>
              <a:rPr lang="en-US" sz="1800" dirty="0" smtClean="0"/>
              <a:t> </a:t>
            </a:r>
            <a:r>
              <a:rPr lang="en-US" sz="1800" dirty="0" err="1" smtClean="0"/>
              <a:t>penentuan</a:t>
            </a:r>
            <a:r>
              <a:rPr lang="en-US" sz="1800" dirty="0" smtClean="0"/>
              <a:t> target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3348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</a:t>
            </a:r>
            <a:r>
              <a:rPr lang="en-US" sz="2100" spc="103" dirty="0" smtClean="0"/>
              <a:t>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 smtClean="0">
                <a:solidFill>
                  <a:srgbClr val="0000A3"/>
                </a:solidFill>
              </a:rPr>
              <a:t>PT </a:t>
            </a:r>
            <a:r>
              <a:rPr lang="en-US" sz="1200" spc="103" dirty="0">
                <a:solidFill>
                  <a:srgbClr val="0000A3"/>
                </a:solidFill>
              </a:rPr>
              <a:t>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72386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76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</a:t>
            </a:r>
          </a:p>
          <a:p>
            <a:pPr algn="ctr"/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Analisa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Ada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7473" y="3893349"/>
            <a:ext cx="2938527" cy="29933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686" y="733800"/>
            <a:ext cx="9792000" cy="604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1504028124"/>
              </p:ext>
            </p:extLst>
          </p:nvPr>
        </p:nvGraphicFramePr>
        <p:xfrm>
          <a:off x="1966986" y="-915078"/>
          <a:ext cx="6604000" cy="440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2331" y="801345"/>
            <a:ext cx="1352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Current Process</a:t>
            </a:r>
            <a:endParaRPr lang="en-US" sz="1400" b="1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620811"/>
              </p:ext>
            </p:extLst>
          </p:nvPr>
        </p:nvGraphicFramePr>
        <p:xfrm>
          <a:off x="290286" y="1830153"/>
          <a:ext cx="9324000" cy="46800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3715860814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956474702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717901811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106919974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427960628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36257715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Faktor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Kondisi</a:t>
                      </a:r>
                      <a:r>
                        <a:rPr lang="en-US" sz="1600" baseline="0" dirty="0" smtClean="0"/>
                        <a:t> Ideal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Kondisi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Aktual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Judg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865395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Man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Deskripsi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Foto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Deskripsi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Foto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7752038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Metode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0803207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Material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57552100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Mesin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5473032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Lingkungan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93563674"/>
                  </a:ext>
                </a:extLst>
              </a:tr>
            </a:tbl>
          </a:graphicData>
        </a:graphic>
      </p:graphicFrame>
      <p:pic>
        <p:nvPicPr>
          <p:cNvPr id="13" name="Picture 12" descr="https://freepikpsd.com/file/2019/10/tanda-silang-png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424" y="3342506"/>
            <a:ext cx="401534" cy="40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https://img2.pngdownload.id/20180320/hxq/kisspng-check-mark-computer-icons-clip-art-green-check-mark-2-icon-5ab1d1c01cb222.3320573215216030081176.jpg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62" b="96923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961" r="19900"/>
          <a:stretch/>
        </p:blipFill>
        <p:spPr bwMode="auto">
          <a:xfrm>
            <a:off x="9019424" y="2425524"/>
            <a:ext cx="476375" cy="47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87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</a:t>
            </a:r>
            <a:r>
              <a:rPr lang="en-US" sz="2100" spc="103" dirty="0" smtClean="0"/>
              <a:t>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>
                <a:solidFill>
                  <a:srgbClr val="0000A3"/>
                </a:solidFill>
              </a:rPr>
              <a:t>PT 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72386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76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</a:t>
            </a:r>
          </a:p>
          <a:p>
            <a:pPr algn="ctr"/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Analisa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Sebab-Akibat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7473" y="3893349"/>
            <a:ext cx="2938527" cy="29933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686" y="733800"/>
            <a:ext cx="9792000" cy="604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14400" y="1309089"/>
            <a:ext cx="8077200" cy="4326832"/>
            <a:chOff x="0" y="0"/>
            <a:chExt cx="3740077" cy="2007024"/>
          </a:xfrm>
        </p:grpSpPr>
        <p:grpSp>
          <p:nvGrpSpPr>
            <p:cNvPr id="11" name="Group 10"/>
            <p:cNvGrpSpPr/>
            <p:nvPr/>
          </p:nvGrpSpPr>
          <p:grpSpPr>
            <a:xfrm>
              <a:off x="0" y="0"/>
              <a:ext cx="3740077" cy="2007024"/>
              <a:chOff x="0" y="0"/>
              <a:chExt cx="3740077" cy="2007024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0" y="0"/>
                <a:ext cx="3740077" cy="2007024"/>
                <a:chOff x="0" y="0"/>
                <a:chExt cx="3740077" cy="2007024"/>
              </a:xfrm>
            </p:grpSpPr>
            <p:pic>
              <p:nvPicPr>
                <p:cNvPr id="20" name="Picture 19" descr="https://2.bp.blogspot.com/-nzuEuRQUdPc/Wwhdjz5j6jI/AAAAAAAABfM/q2Do0PZRrHYS7Htx4vr0F9G8rcj1zsxmACLcBGAs/s1600/23.jpg"/>
                <p:cNvPicPr>
                  <a:picLocks noChangeAspect="1" noChangeArrowheads="1"/>
                </p:cNvPicPr>
                <p:nvPr/>
              </p:nvPicPr>
              <p:blipFill>
                <a:blip r:embed="rId6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9843" b="89933" l="2031" r="97969"/>
                          </a14:imgEffect>
                          <a14:imgEffect>
                            <a14:sharpenSoften amount="-74000"/>
                          </a14:imgEffect>
                          <a14:imgEffect>
                            <a14:brightnessContrast bright="40000" contrast="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0" y="0"/>
                  <a:ext cx="2842849" cy="200702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21" name="Straight Connector 20"/>
                <p:cNvCxnSpPr>
                  <a:endCxn id="23" idx="1"/>
                </p:cNvCxnSpPr>
                <p:nvPr/>
              </p:nvCxnSpPr>
              <p:spPr>
                <a:xfrm flipV="1">
                  <a:off x="98507" y="996463"/>
                  <a:ext cx="2930860" cy="14654"/>
                </a:xfrm>
                <a:prstGeom prst="line">
                  <a:avLst/>
                </a:prstGeom>
                <a:ln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 flipH="1">
                  <a:off x="571506" y="1021373"/>
                  <a:ext cx="347296" cy="720000"/>
                </a:xfrm>
                <a:prstGeom prst="line">
                  <a:avLst/>
                </a:prstGeom>
                <a:ln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37"/>
                <p:cNvSpPr txBox="1"/>
                <p:nvPr/>
              </p:nvSpPr>
              <p:spPr>
                <a:xfrm>
                  <a:off x="3029366" y="630118"/>
                  <a:ext cx="710711" cy="732690"/>
                </a:xfrm>
                <a:prstGeom prst="rect">
                  <a:avLst/>
                </a:prstGeom>
                <a:solidFill>
                  <a:schemeClr val="lt1"/>
                </a:solidFill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1800"/>
                    <a:t>Problem</a:t>
                  </a:r>
                </a:p>
              </p:txBody>
            </p:sp>
          </p:grpSp>
          <p:sp>
            <p:nvSpPr>
              <p:cNvPr id="16" name="Rectangle 15"/>
              <p:cNvSpPr/>
              <p:nvPr/>
            </p:nvSpPr>
            <p:spPr>
              <a:xfrm>
                <a:off x="1875700" y="95252"/>
                <a:ext cx="468923" cy="197827"/>
              </a:xfrm>
              <a:prstGeom prst="rect">
                <a:avLst/>
              </a:prstGeom>
              <a:solidFill>
                <a:srgbClr val="FFB000"/>
              </a:solidFill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90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666752" y="109906"/>
                <a:ext cx="468923" cy="197827"/>
              </a:xfrm>
              <a:prstGeom prst="rect">
                <a:avLst/>
              </a:prstGeom>
              <a:solidFill>
                <a:srgbClr val="FFB000"/>
              </a:solidFill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900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344367" y="1751137"/>
                <a:ext cx="468923" cy="197827"/>
              </a:xfrm>
              <a:prstGeom prst="rect">
                <a:avLst/>
              </a:prstGeom>
              <a:solidFill>
                <a:srgbClr val="FFB000"/>
              </a:solidFill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900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604601" y="1729155"/>
                <a:ext cx="468923" cy="197827"/>
              </a:xfrm>
              <a:prstGeom prst="rect">
                <a:avLst/>
              </a:prstGeom>
              <a:solidFill>
                <a:srgbClr val="FFB000"/>
              </a:solidFill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900"/>
              </a:p>
            </p:txBody>
          </p:sp>
        </p:grpSp>
        <p:cxnSp>
          <p:nvCxnSpPr>
            <p:cNvPr id="12" name="Straight Connector 11"/>
            <p:cNvCxnSpPr/>
            <p:nvPr/>
          </p:nvCxnSpPr>
          <p:spPr>
            <a:xfrm flipH="1">
              <a:off x="1839058" y="1003790"/>
              <a:ext cx="347296" cy="72000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2117480" y="278423"/>
              <a:ext cx="347296" cy="72000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 flipV="1">
              <a:off x="907073" y="291612"/>
              <a:ext cx="347296" cy="72000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970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</a:t>
            </a:r>
            <a:r>
              <a:rPr lang="en-US" sz="2100" spc="103" dirty="0" smtClean="0"/>
              <a:t>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>
                <a:solidFill>
                  <a:srgbClr val="0000A3"/>
                </a:solidFill>
              </a:rPr>
              <a:t>PT 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72386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76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5</a:t>
            </a:r>
          </a:p>
          <a:p>
            <a:pPr algn="ctr"/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Rencana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Penanggulangan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7473" y="3893349"/>
            <a:ext cx="2938527" cy="29933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686" y="733800"/>
            <a:ext cx="9792000" cy="604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13749"/>
              </p:ext>
            </p:extLst>
          </p:nvPr>
        </p:nvGraphicFramePr>
        <p:xfrm>
          <a:off x="471362" y="927087"/>
          <a:ext cx="9053638" cy="56160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376000">
                  <a:extLst>
                    <a:ext uri="{9D8B030D-6E8A-4147-A177-3AD203B41FA5}">
                      <a16:colId xmlns:a16="http://schemas.microsoft.com/office/drawing/2014/main" val="2956474702"/>
                    </a:ext>
                  </a:extLst>
                </a:gridCol>
                <a:gridCol w="3672000">
                  <a:extLst>
                    <a:ext uri="{9D8B030D-6E8A-4147-A177-3AD203B41FA5}">
                      <a16:colId xmlns:a16="http://schemas.microsoft.com/office/drawing/2014/main" val="305826014"/>
                    </a:ext>
                  </a:extLst>
                </a:gridCol>
                <a:gridCol w="1320351">
                  <a:extLst>
                    <a:ext uri="{9D8B030D-6E8A-4147-A177-3AD203B41FA5}">
                      <a16:colId xmlns:a16="http://schemas.microsoft.com/office/drawing/2014/main" val="1069199745"/>
                    </a:ext>
                  </a:extLst>
                </a:gridCol>
                <a:gridCol w="1685287">
                  <a:extLst>
                    <a:ext uri="{9D8B030D-6E8A-4147-A177-3AD203B41FA5}">
                      <a16:colId xmlns:a16="http://schemas.microsoft.com/office/drawing/2014/main" val="236257715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Problem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Tindakan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PIC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B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Due</a:t>
                      </a:r>
                      <a:r>
                        <a:rPr lang="en-US" sz="1600" baseline="0" dirty="0" smtClean="0"/>
                        <a:t> Date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B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865395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Deskripsi</a:t>
                      </a:r>
                      <a:r>
                        <a:rPr lang="en-US" sz="1600" dirty="0" smtClean="0"/>
                        <a:t> + </a:t>
                      </a:r>
                      <a:r>
                        <a:rPr lang="en-US" sz="1600" dirty="0" err="1" smtClean="0"/>
                        <a:t>Foto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77520382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08032074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57552100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54730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17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</a:t>
            </a:r>
            <a:r>
              <a:rPr lang="en-US" sz="2100" spc="103" dirty="0" smtClean="0"/>
              <a:t>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>
                <a:solidFill>
                  <a:srgbClr val="0000A3"/>
                </a:solidFill>
              </a:rPr>
              <a:t>PT 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72386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76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6</a:t>
            </a:r>
          </a:p>
          <a:p>
            <a:pPr algn="ctr"/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Pelaksanaan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Penganggulangan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7473" y="3893349"/>
            <a:ext cx="2938527" cy="29933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686" y="733800"/>
            <a:ext cx="9792000" cy="604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675505"/>
              </p:ext>
            </p:extLst>
          </p:nvPr>
        </p:nvGraphicFramePr>
        <p:xfrm>
          <a:off x="246744" y="867228"/>
          <a:ext cx="9396000" cy="57600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836000">
                  <a:extLst>
                    <a:ext uri="{9D8B030D-6E8A-4147-A177-3AD203B41FA5}">
                      <a16:colId xmlns:a16="http://schemas.microsoft.com/office/drawing/2014/main" val="2956474702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305826014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1069199745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36257715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51248176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Tindakan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Before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After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Cost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Status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865395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Deskripsi</a:t>
                      </a:r>
                      <a:r>
                        <a:rPr lang="en-US" sz="1600" dirty="0" smtClean="0"/>
                        <a:t> + </a:t>
                      </a:r>
                      <a:r>
                        <a:rPr lang="en-US" sz="1600" dirty="0" err="1" smtClean="0"/>
                        <a:t>Foto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/>
                        <a:t>Deskripsi</a:t>
                      </a:r>
                      <a:r>
                        <a:rPr lang="en-US" sz="1600" dirty="0" smtClean="0"/>
                        <a:t> + </a:t>
                      </a:r>
                      <a:r>
                        <a:rPr lang="en-US" sz="1600" dirty="0" err="1" smtClean="0"/>
                        <a:t>Foto</a:t>
                      </a:r>
                      <a:endParaRPr lang="en-US" sz="16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Open/</a:t>
                      </a:r>
                    </a:p>
                    <a:p>
                      <a:pPr algn="ctr"/>
                      <a:r>
                        <a:rPr lang="en-US" sz="1600" dirty="0" smtClean="0"/>
                        <a:t>Close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77520382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08032074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57552100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54730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</a:t>
            </a:r>
            <a:r>
              <a:rPr lang="en-US" sz="2100" spc="103" dirty="0" smtClean="0"/>
              <a:t>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>
                <a:solidFill>
                  <a:srgbClr val="0000A3"/>
                </a:solidFill>
              </a:rPr>
              <a:t>PT 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72386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76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7</a:t>
            </a:r>
          </a:p>
          <a:p>
            <a:pPr algn="ctr"/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Evaluasi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7473" y="3893349"/>
            <a:ext cx="2938527" cy="29933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686" y="733800"/>
            <a:ext cx="9792000" cy="604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06829" y="835625"/>
            <a:ext cx="35742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Tambahkan</a:t>
            </a:r>
            <a:r>
              <a:rPr lang="en-US" sz="1600" dirty="0" smtClean="0"/>
              <a:t> </a:t>
            </a: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 err="1" smtClean="0"/>
              <a:t>Kondisi</a:t>
            </a:r>
            <a:r>
              <a:rPr lang="en-US" sz="1600" dirty="0" smtClean="0"/>
              <a:t> </a:t>
            </a:r>
            <a:r>
              <a:rPr lang="en-US" sz="1600" dirty="0" err="1" smtClean="0"/>
              <a:t>sebelum</a:t>
            </a:r>
            <a:r>
              <a:rPr lang="en-US" sz="1600" dirty="0" smtClean="0"/>
              <a:t> QCC</a:t>
            </a:r>
          </a:p>
          <a:p>
            <a:pPr marL="285750" indent="-285750">
              <a:buFontTx/>
              <a:buChar char="-"/>
            </a:pPr>
            <a:r>
              <a:rPr lang="en-US" sz="1600" dirty="0" err="1" smtClean="0"/>
              <a:t>Saat</a:t>
            </a:r>
            <a:r>
              <a:rPr lang="en-US" sz="1600" dirty="0" smtClean="0"/>
              <a:t> </a:t>
            </a:r>
            <a:r>
              <a:rPr lang="en-US" sz="1600" dirty="0" err="1" smtClean="0"/>
              <a:t>pelaksanaan</a:t>
            </a:r>
            <a:r>
              <a:rPr lang="en-US" sz="1600" dirty="0" smtClean="0"/>
              <a:t> QCC</a:t>
            </a:r>
          </a:p>
          <a:p>
            <a:pPr marL="285750" indent="-285750">
              <a:buFontTx/>
              <a:buChar char="-"/>
            </a:pPr>
            <a:r>
              <a:rPr lang="en-US" sz="1600" dirty="0" err="1" smtClean="0"/>
              <a:t>Setelah</a:t>
            </a:r>
            <a:r>
              <a:rPr lang="en-US" sz="1600" dirty="0" smtClean="0"/>
              <a:t> QC</a:t>
            </a:r>
          </a:p>
          <a:p>
            <a:pPr marL="285750" indent="-285750">
              <a:buFontTx/>
              <a:buChar char="-"/>
            </a:pPr>
            <a:r>
              <a:rPr lang="en-US" sz="1600" dirty="0" err="1" smtClean="0"/>
              <a:t>Kesimpulan</a:t>
            </a:r>
            <a:r>
              <a:rPr lang="en-US" sz="1600" dirty="0" smtClean="0"/>
              <a:t> target </a:t>
            </a:r>
            <a:r>
              <a:rPr lang="en-US" sz="1600" dirty="0" err="1" smtClean="0"/>
              <a:t>tercapai</a:t>
            </a:r>
            <a:r>
              <a:rPr lang="en-US" sz="1600" dirty="0" smtClean="0"/>
              <a:t> </a:t>
            </a:r>
            <a:r>
              <a:rPr lang="en-US" sz="1600" dirty="0" err="1" smtClean="0"/>
              <a:t>atau</a:t>
            </a:r>
            <a:r>
              <a:rPr lang="en-US" sz="1600" dirty="0" smtClean="0"/>
              <a:t> </a:t>
            </a:r>
            <a:r>
              <a:rPr lang="en-US" sz="1600" dirty="0" err="1" smtClean="0"/>
              <a:t>tidak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390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1"/>
          <p:cNvSpPr txBox="1">
            <a:spLocks noGrp="1"/>
          </p:cNvSpPr>
          <p:nvPr>
            <p:ph type="title"/>
          </p:nvPr>
        </p:nvSpPr>
        <p:spPr>
          <a:xfrm>
            <a:off x="228600" y="49709"/>
            <a:ext cx="9677400" cy="515819"/>
          </a:xfrm>
          <a:prstGeom prst="rect">
            <a:avLst/>
          </a:prstGeom>
        </p:spPr>
        <p:txBody>
          <a:bodyPr vert="horz" wrap="square" lIns="0" tIns="7910" rIns="0" bIns="0" rtlCol="0">
            <a:spAutoFit/>
          </a:bodyPr>
          <a:lstStyle/>
          <a:p>
            <a:pPr marL="6880" algn="ctr">
              <a:spcBef>
                <a:spcPts val="62"/>
              </a:spcBef>
            </a:pPr>
            <a:r>
              <a:rPr lang="en-US" sz="2100" spc="103" dirty="0" smtClean="0"/>
              <a:t>QCC </a:t>
            </a:r>
            <a:r>
              <a:rPr lang="en-US" sz="2100" spc="103" dirty="0" smtClean="0"/>
              <a:t>Competition</a:t>
            </a:r>
            <a:r>
              <a:rPr lang="en-US" sz="1600" spc="103" dirty="0" smtClean="0"/>
              <a:t/>
            </a:r>
            <a:br>
              <a:rPr lang="en-US" sz="1600" spc="103" dirty="0" smtClean="0"/>
            </a:br>
            <a:r>
              <a:rPr lang="en-US" sz="1200" spc="103" dirty="0">
                <a:solidFill>
                  <a:srgbClr val="0000A3"/>
                </a:solidFill>
              </a:rPr>
              <a:t>PT SUMMIT ADYAWINSA INDONESIA</a:t>
            </a:r>
            <a:endParaRPr sz="1200" spc="103" dirty="0"/>
          </a:p>
        </p:txBody>
      </p:sp>
      <p:sp>
        <p:nvSpPr>
          <p:cNvPr id="31" name="object 17"/>
          <p:cNvSpPr/>
          <p:nvPr/>
        </p:nvSpPr>
        <p:spPr>
          <a:xfrm rot="5400000" flipV="1">
            <a:off x="141844" y="5504586"/>
            <a:ext cx="1240314" cy="1524002"/>
          </a:xfrm>
          <a:custGeom>
            <a:avLst/>
            <a:gdLst/>
            <a:ahLst/>
            <a:cxnLst/>
            <a:rect l="l" t="t" r="r" b="b"/>
            <a:pathLst>
              <a:path w="2289809" h="2941955">
                <a:moveTo>
                  <a:pt x="1582026" y="2941374"/>
                </a:moveTo>
                <a:lnTo>
                  <a:pt x="1576386" y="2941374"/>
                </a:lnTo>
                <a:lnTo>
                  <a:pt x="1551006" y="2941132"/>
                </a:lnTo>
                <a:lnTo>
                  <a:pt x="1525626" y="2940493"/>
                </a:lnTo>
                <a:lnTo>
                  <a:pt x="1474866" y="2938555"/>
                </a:lnTo>
                <a:lnTo>
                  <a:pt x="1470636" y="2938555"/>
                </a:lnTo>
                <a:lnTo>
                  <a:pt x="1466406" y="2934324"/>
                </a:lnTo>
                <a:lnTo>
                  <a:pt x="1466406" y="2925864"/>
                </a:lnTo>
                <a:lnTo>
                  <a:pt x="1470636" y="2921634"/>
                </a:lnTo>
                <a:lnTo>
                  <a:pt x="1474866" y="2921634"/>
                </a:lnTo>
                <a:lnTo>
                  <a:pt x="1500246" y="2923264"/>
                </a:lnTo>
                <a:lnTo>
                  <a:pt x="1525626" y="2924102"/>
                </a:lnTo>
                <a:lnTo>
                  <a:pt x="1551006" y="2924410"/>
                </a:lnTo>
                <a:lnTo>
                  <a:pt x="1582026" y="2924454"/>
                </a:lnTo>
                <a:lnTo>
                  <a:pt x="1586256" y="2928684"/>
                </a:lnTo>
                <a:lnTo>
                  <a:pt x="1586256" y="2937144"/>
                </a:lnTo>
                <a:lnTo>
                  <a:pt x="1582026" y="2941374"/>
                </a:lnTo>
                <a:close/>
              </a:path>
              <a:path w="2289809" h="2941955">
                <a:moveTo>
                  <a:pt x="1680727" y="2938555"/>
                </a:moveTo>
                <a:lnTo>
                  <a:pt x="1676497" y="2938555"/>
                </a:lnTo>
                <a:lnTo>
                  <a:pt x="1672267" y="2935735"/>
                </a:lnTo>
                <a:lnTo>
                  <a:pt x="1672267" y="2925864"/>
                </a:lnTo>
                <a:lnTo>
                  <a:pt x="1675087" y="2921634"/>
                </a:lnTo>
                <a:lnTo>
                  <a:pt x="1680727" y="2921634"/>
                </a:lnTo>
                <a:lnTo>
                  <a:pt x="1731487" y="2917228"/>
                </a:lnTo>
                <a:lnTo>
                  <a:pt x="1756867" y="2914694"/>
                </a:lnTo>
                <a:lnTo>
                  <a:pt x="1782247" y="2911764"/>
                </a:lnTo>
                <a:lnTo>
                  <a:pt x="1786477" y="2911764"/>
                </a:lnTo>
                <a:lnTo>
                  <a:pt x="1790707" y="2914584"/>
                </a:lnTo>
                <a:lnTo>
                  <a:pt x="1792117" y="2918814"/>
                </a:lnTo>
                <a:lnTo>
                  <a:pt x="1792117" y="2923044"/>
                </a:lnTo>
                <a:lnTo>
                  <a:pt x="1789297" y="2927274"/>
                </a:lnTo>
                <a:lnTo>
                  <a:pt x="1785067" y="2928684"/>
                </a:lnTo>
                <a:lnTo>
                  <a:pt x="1758652" y="2931615"/>
                </a:lnTo>
                <a:lnTo>
                  <a:pt x="1680727" y="2938555"/>
                </a:lnTo>
                <a:close/>
              </a:path>
              <a:path w="2289809" h="2941955">
                <a:moveTo>
                  <a:pt x="1377575" y="2928684"/>
                </a:moveTo>
                <a:lnTo>
                  <a:pt x="1373345" y="2928684"/>
                </a:lnTo>
                <a:lnTo>
                  <a:pt x="1347150" y="2925248"/>
                </a:lnTo>
                <a:lnTo>
                  <a:pt x="1295817" y="2916788"/>
                </a:lnTo>
                <a:lnTo>
                  <a:pt x="1263365" y="2906125"/>
                </a:lnTo>
                <a:lnTo>
                  <a:pt x="1263365" y="2901894"/>
                </a:lnTo>
                <a:lnTo>
                  <a:pt x="1264775" y="2897664"/>
                </a:lnTo>
                <a:lnTo>
                  <a:pt x="1269005" y="2894844"/>
                </a:lnTo>
                <a:lnTo>
                  <a:pt x="1273235" y="2894844"/>
                </a:lnTo>
                <a:lnTo>
                  <a:pt x="1298593" y="2899868"/>
                </a:lnTo>
                <a:lnTo>
                  <a:pt x="1323819" y="2904362"/>
                </a:lnTo>
                <a:lnTo>
                  <a:pt x="1348780" y="2908328"/>
                </a:lnTo>
                <a:lnTo>
                  <a:pt x="1373345" y="2911764"/>
                </a:lnTo>
                <a:lnTo>
                  <a:pt x="1377575" y="2911764"/>
                </a:lnTo>
                <a:lnTo>
                  <a:pt x="1381805" y="2915995"/>
                </a:lnTo>
                <a:lnTo>
                  <a:pt x="1380395" y="2921634"/>
                </a:lnTo>
                <a:lnTo>
                  <a:pt x="1381805" y="2925864"/>
                </a:lnTo>
                <a:lnTo>
                  <a:pt x="1377575" y="2928684"/>
                </a:lnTo>
                <a:close/>
              </a:path>
              <a:path w="2289809" h="2941955">
                <a:moveTo>
                  <a:pt x="1885178" y="2911764"/>
                </a:moveTo>
                <a:lnTo>
                  <a:pt x="1879537" y="2911764"/>
                </a:lnTo>
                <a:lnTo>
                  <a:pt x="1876718" y="2908945"/>
                </a:lnTo>
                <a:lnTo>
                  <a:pt x="1873897" y="2900484"/>
                </a:lnTo>
                <a:lnTo>
                  <a:pt x="1876718" y="2896254"/>
                </a:lnTo>
                <a:lnTo>
                  <a:pt x="1882358" y="2894844"/>
                </a:lnTo>
                <a:lnTo>
                  <a:pt x="1932236" y="2884093"/>
                </a:lnTo>
                <a:lnTo>
                  <a:pt x="1956713" y="2878387"/>
                </a:lnTo>
                <a:lnTo>
                  <a:pt x="1981058" y="2872284"/>
                </a:lnTo>
                <a:lnTo>
                  <a:pt x="1985288" y="2870874"/>
                </a:lnTo>
                <a:lnTo>
                  <a:pt x="1990928" y="2873694"/>
                </a:lnTo>
                <a:lnTo>
                  <a:pt x="1990928" y="2877924"/>
                </a:lnTo>
                <a:lnTo>
                  <a:pt x="1992338" y="2882154"/>
                </a:lnTo>
                <a:lnTo>
                  <a:pt x="1989518" y="2887794"/>
                </a:lnTo>
                <a:lnTo>
                  <a:pt x="1985288" y="2887794"/>
                </a:lnTo>
                <a:lnTo>
                  <a:pt x="1935762" y="2900308"/>
                </a:lnTo>
                <a:lnTo>
                  <a:pt x="1910536" y="2906234"/>
                </a:lnTo>
                <a:lnTo>
                  <a:pt x="1885178" y="2911764"/>
                </a:lnTo>
                <a:close/>
              </a:path>
              <a:path w="2289809" h="2941955">
                <a:moveTo>
                  <a:pt x="1175944" y="2889204"/>
                </a:moveTo>
                <a:lnTo>
                  <a:pt x="1168894" y="2889204"/>
                </a:lnTo>
                <a:lnTo>
                  <a:pt x="1144352" y="2882595"/>
                </a:lnTo>
                <a:lnTo>
                  <a:pt x="1119544" y="2875457"/>
                </a:lnTo>
                <a:lnTo>
                  <a:pt x="1094737" y="2867790"/>
                </a:lnTo>
                <a:lnTo>
                  <a:pt x="1065964" y="2858184"/>
                </a:lnTo>
                <a:lnTo>
                  <a:pt x="1063144" y="2853954"/>
                </a:lnTo>
                <a:lnTo>
                  <a:pt x="1064554" y="2848314"/>
                </a:lnTo>
                <a:lnTo>
                  <a:pt x="1065964" y="2844084"/>
                </a:lnTo>
                <a:lnTo>
                  <a:pt x="1070194" y="2841264"/>
                </a:lnTo>
                <a:lnTo>
                  <a:pt x="1075834" y="2842674"/>
                </a:lnTo>
                <a:lnTo>
                  <a:pt x="1100157" y="2850870"/>
                </a:lnTo>
                <a:lnTo>
                  <a:pt x="1124479" y="2858537"/>
                </a:lnTo>
                <a:lnTo>
                  <a:pt x="1148802" y="2865675"/>
                </a:lnTo>
                <a:lnTo>
                  <a:pt x="1173125" y="2872284"/>
                </a:lnTo>
                <a:lnTo>
                  <a:pt x="1177355" y="2873694"/>
                </a:lnTo>
                <a:lnTo>
                  <a:pt x="1180175" y="2877924"/>
                </a:lnTo>
                <a:lnTo>
                  <a:pt x="1178765" y="2882154"/>
                </a:lnTo>
                <a:lnTo>
                  <a:pt x="1178764" y="2886384"/>
                </a:lnTo>
                <a:lnTo>
                  <a:pt x="1175944" y="2889204"/>
                </a:lnTo>
                <a:close/>
              </a:path>
              <a:path w="2289809" h="2941955">
                <a:moveTo>
                  <a:pt x="2085398" y="2858184"/>
                </a:moveTo>
                <a:lnTo>
                  <a:pt x="2083989" y="2858184"/>
                </a:lnTo>
                <a:lnTo>
                  <a:pt x="2076938" y="2858184"/>
                </a:lnTo>
                <a:lnTo>
                  <a:pt x="2074119" y="2855364"/>
                </a:lnTo>
                <a:lnTo>
                  <a:pt x="2072708" y="2852544"/>
                </a:lnTo>
                <a:lnTo>
                  <a:pt x="2071298" y="2848314"/>
                </a:lnTo>
                <a:lnTo>
                  <a:pt x="2074119" y="2842674"/>
                </a:lnTo>
                <a:lnTo>
                  <a:pt x="2078348" y="2841264"/>
                </a:lnTo>
                <a:lnTo>
                  <a:pt x="2126289" y="2824168"/>
                </a:lnTo>
                <a:lnTo>
                  <a:pt x="2150127" y="2815289"/>
                </a:lnTo>
                <a:lnTo>
                  <a:pt x="2174229" y="2806014"/>
                </a:lnTo>
                <a:lnTo>
                  <a:pt x="2178459" y="2804604"/>
                </a:lnTo>
                <a:lnTo>
                  <a:pt x="2184099" y="2806014"/>
                </a:lnTo>
                <a:lnTo>
                  <a:pt x="2186919" y="2814474"/>
                </a:lnTo>
                <a:lnTo>
                  <a:pt x="2185509" y="2820114"/>
                </a:lnTo>
                <a:lnTo>
                  <a:pt x="2181279" y="2821524"/>
                </a:lnTo>
                <a:lnTo>
                  <a:pt x="2157771" y="2831020"/>
                </a:lnTo>
                <a:lnTo>
                  <a:pt x="2133867" y="2840383"/>
                </a:lnTo>
                <a:lnTo>
                  <a:pt x="2109699" y="2849482"/>
                </a:lnTo>
                <a:lnTo>
                  <a:pt x="2085398" y="2858184"/>
                </a:lnTo>
                <a:close/>
              </a:path>
              <a:path w="2289809" h="2941955">
                <a:moveTo>
                  <a:pt x="981364" y="2822934"/>
                </a:moveTo>
                <a:lnTo>
                  <a:pt x="975724" y="2822934"/>
                </a:lnTo>
                <a:lnTo>
                  <a:pt x="952238" y="2813152"/>
                </a:lnTo>
                <a:lnTo>
                  <a:pt x="928488" y="2802842"/>
                </a:lnTo>
                <a:lnTo>
                  <a:pt x="904738" y="2792002"/>
                </a:lnTo>
                <a:lnTo>
                  <a:pt x="881253" y="2780634"/>
                </a:lnTo>
                <a:lnTo>
                  <a:pt x="877023" y="2779224"/>
                </a:lnTo>
                <a:lnTo>
                  <a:pt x="875613" y="2773584"/>
                </a:lnTo>
                <a:lnTo>
                  <a:pt x="878433" y="2765124"/>
                </a:lnTo>
                <a:lnTo>
                  <a:pt x="884073" y="2763714"/>
                </a:lnTo>
                <a:lnTo>
                  <a:pt x="888303" y="2765124"/>
                </a:lnTo>
                <a:lnTo>
                  <a:pt x="911568" y="2776492"/>
                </a:lnTo>
                <a:lnTo>
                  <a:pt x="934833" y="2787331"/>
                </a:lnTo>
                <a:lnTo>
                  <a:pt x="958098" y="2797642"/>
                </a:lnTo>
                <a:lnTo>
                  <a:pt x="981364" y="2807424"/>
                </a:lnTo>
                <a:lnTo>
                  <a:pt x="985594" y="2808834"/>
                </a:lnTo>
                <a:lnTo>
                  <a:pt x="988414" y="2814474"/>
                </a:lnTo>
                <a:lnTo>
                  <a:pt x="985594" y="2818704"/>
                </a:lnTo>
                <a:lnTo>
                  <a:pt x="984184" y="2821524"/>
                </a:lnTo>
                <a:lnTo>
                  <a:pt x="981364" y="2822934"/>
                </a:lnTo>
                <a:close/>
              </a:path>
              <a:path w="2289809" h="2941955">
                <a:moveTo>
                  <a:pt x="2277160" y="2779224"/>
                </a:moveTo>
                <a:lnTo>
                  <a:pt x="2268699" y="2779224"/>
                </a:lnTo>
                <a:lnTo>
                  <a:pt x="2265879" y="2777814"/>
                </a:lnTo>
                <a:lnTo>
                  <a:pt x="2264469" y="2774994"/>
                </a:lnTo>
                <a:lnTo>
                  <a:pt x="2263059" y="2770764"/>
                </a:lnTo>
                <a:lnTo>
                  <a:pt x="2264469" y="2765124"/>
                </a:lnTo>
                <a:lnTo>
                  <a:pt x="2268699" y="2763714"/>
                </a:lnTo>
                <a:lnTo>
                  <a:pt x="2289500" y="2752905"/>
                </a:lnTo>
                <a:lnTo>
                  <a:pt x="2289500" y="2772690"/>
                </a:lnTo>
                <a:lnTo>
                  <a:pt x="2277160" y="2779224"/>
                </a:lnTo>
                <a:close/>
              </a:path>
              <a:path w="2289809" h="2941955">
                <a:moveTo>
                  <a:pt x="796653" y="2732694"/>
                </a:moveTo>
                <a:lnTo>
                  <a:pt x="791013" y="2732694"/>
                </a:lnTo>
                <a:lnTo>
                  <a:pt x="789603" y="2731284"/>
                </a:lnTo>
                <a:lnTo>
                  <a:pt x="767417" y="2718329"/>
                </a:lnTo>
                <a:lnTo>
                  <a:pt x="745364" y="2704846"/>
                </a:lnTo>
                <a:lnTo>
                  <a:pt x="723575" y="2690834"/>
                </a:lnTo>
                <a:lnTo>
                  <a:pt x="702182" y="2676293"/>
                </a:lnTo>
                <a:lnTo>
                  <a:pt x="697952" y="2673473"/>
                </a:lnTo>
                <a:lnTo>
                  <a:pt x="696542" y="2667833"/>
                </a:lnTo>
                <a:lnTo>
                  <a:pt x="699362" y="2665013"/>
                </a:lnTo>
                <a:lnTo>
                  <a:pt x="702182" y="2660783"/>
                </a:lnTo>
                <a:lnTo>
                  <a:pt x="707822" y="2659373"/>
                </a:lnTo>
                <a:lnTo>
                  <a:pt x="710642" y="2662193"/>
                </a:lnTo>
                <a:lnTo>
                  <a:pt x="732013" y="2675919"/>
                </a:lnTo>
                <a:lnTo>
                  <a:pt x="753647" y="2689512"/>
                </a:lnTo>
                <a:lnTo>
                  <a:pt x="775282" y="2702841"/>
                </a:lnTo>
                <a:lnTo>
                  <a:pt x="796653" y="2715774"/>
                </a:lnTo>
                <a:lnTo>
                  <a:pt x="800883" y="2718594"/>
                </a:lnTo>
                <a:lnTo>
                  <a:pt x="802293" y="2722824"/>
                </a:lnTo>
                <a:lnTo>
                  <a:pt x="799473" y="2727054"/>
                </a:lnTo>
                <a:lnTo>
                  <a:pt x="799473" y="2731284"/>
                </a:lnTo>
                <a:lnTo>
                  <a:pt x="796653" y="2732694"/>
                </a:lnTo>
                <a:close/>
              </a:path>
              <a:path w="2289809" h="2941955">
                <a:moveTo>
                  <a:pt x="626042" y="2618483"/>
                </a:moveTo>
                <a:lnTo>
                  <a:pt x="618992" y="2618483"/>
                </a:lnTo>
                <a:lnTo>
                  <a:pt x="617582" y="2617073"/>
                </a:lnTo>
                <a:lnTo>
                  <a:pt x="577397" y="2585171"/>
                </a:lnTo>
                <a:lnTo>
                  <a:pt x="557304" y="2568890"/>
                </a:lnTo>
                <a:lnTo>
                  <a:pt x="537211" y="2552213"/>
                </a:lnTo>
                <a:lnTo>
                  <a:pt x="532981" y="2549393"/>
                </a:lnTo>
                <a:lnTo>
                  <a:pt x="532981" y="2543752"/>
                </a:lnTo>
                <a:lnTo>
                  <a:pt x="538621" y="2535293"/>
                </a:lnTo>
                <a:lnTo>
                  <a:pt x="544261" y="2535293"/>
                </a:lnTo>
                <a:lnTo>
                  <a:pt x="548492" y="2538113"/>
                </a:lnTo>
                <a:lnTo>
                  <a:pt x="567769" y="2554790"/>
                </a:lnTo>
                <a:lnTo>
                  <a:pt x="587443" y="2571071"/>
                </a:lnTo>
                <a:lnTo>
                  <a:pt x="607381" y="2587088"/>
                </a:lnTo>
                <a:lnTo>
                  <a:pt x="627452" y="2602973"/>
                </a:lnTo>
                <a:lnTo>
                  <a:pt x="631682" y="2605793"/>
                </a:lnTo>
                <a:lnTo>
                  <a:pt x="631682" y="2611433"/>
                </a:lnTo>
                <a:lnTo>
                  <a:pt x="628862" y="2614253"/>
                </a:lnTo>
                <a:lnTo>
                  <a:pt x="628862" y="2617073"/>
                </a:lnTo>
                <a:lnTo>
                  <a:pt x="626042" y="2618483"/>
                </a:lnTo>
                <a:close/>
              </a:path>
              <a:path w="2289809" h="2941955">
                <a:moveTo>
                  <a:pt x="470941" y="2483122"/>
                </a:moveTo>
                <a:lnTo>
                  <a:pt x="466711" y="2483122"/>
                </a:lnTo>
                <a:lnTo>
                  <a:pt x="463891" y="2480302"/>
                </a:lnTo>
                <a:lnTo>
                  <a:pt x="428112" y="2443466"/>
                </a:lnTo>
                <a:lnTo>
                  <a:pt x="393391" y="2405572"/>
                </a:lnTo>
                <a:lnTo>
                  <a:pt x="390571" y="2401342"/>
                </a:lnTo>
                <a:lnTo>
                  <a:pt x="390571" y="2397112"/>
                </a:lnTo>
                <a:lnTo>
                  <a:pt x="394801" y="2392882"/>
                </a:lnTo>
                <a:lnTo>
                  <a:pt x="399031" y="2390062"/>
                </a:lnTo>
                <a:lnTo>
                  <a:pt x="403261" y="2390062"/>
                </a:lnTo>
                <a:lnTo>
                  <a:pt x="407491" y="2394292"/>
                </a:lnTo>
                <a:lnTo>
                  <a:pt x="424653" y="2413305"/>
                </a:lnTo>
                <a:lnTo>
                  <a:pt x="442212" y="2432186"/>
                </a:lnTo>
                <a:lnTo>
                  <a:pt x="460036" y="2450803"/>
                </a:lnTo>
                <a:lnTo>
                  <a:pt x="477991" y="2469022"/>
                </a:lnTo>
                <a:lnTo>
                  <a:pt x="480811" y="2471843"/>
                </a:lnTo>
                <a:lnTo>
                  <a:pt x="480811" y="2477483"/>
                </a:lnTo>
                <a:lnTo>
                  <a:pt x="477991" y="2481712"/>
                </a:lnTo>
                <a:lnTo>
                  <a:pt x="473761" y="2481712"/>
                </a:lnTo>
                <a:lnTo>
                  <a:pt x="470941" y="2483122"/>
                </a:lnTo>
                <a:close/>
              </a:path>
              <a:path w="2289809" h="2941955">
                <a:moveTo>
                  <a:pt x="335581" y="2329432"/>
                </a:moveTo>
                <a:lnTo>
                  <a:pt x="331350" y="2329432"/>
                </a:lnTo>
                <a:lnTo>
                  <a:pt x="328530" y="2328022"/>
                </a:lnTo>
                <a:lnTo>
                  <a:pt x="296277" y="2285545"/>
                </a:lnTo>
                <a:lnTo>
                  <a:pt x="266490" y="2243421"/>
                </a:lnTo>
                <a:lnTo>
                  <a:pt x="263670" y="2239191"/>
                </a:lnTo>
                <a:lnTo>
                  <a:pt x="265080" y="2233551"/>
                </a:lnTo>
                <a:lnTo>
                  <a:pt x="269310" y="2232141"/>
                </a:lnTo>
                <a:lnTo>
                  <a:pt x="273540" y="2229321"/>
                </a:lnTo>
                <a:lnTo>
                  <a:pt x="279180" y="2230731"/>
                </a:lnTo>
                <a:lnTo>
                  <a:pt x="280590" y="2234961"/>
                </a:lnTo>
                <a:lnTo>
                  <a:pt x="294801" y="2256089"/>
                </a:lnTo>
                <a:lnTo>
                  <a:pt x="309672" y="2277085"/>
                </a:lnTo>
                <a:lnTo>
                  <a:pt x="324807" y="2297817"/>
                </a:lnTo>
                <a:lnTo>
                  <a:pt x="339811" y="2318152"/>
                </a:lnTo>
                <a:lnTo>
                  <a:pt x="342631" y="2322382"/>
                </a:lnTo>
                <a:lnTo>
                  <a:pt x="342631" y="2326612"/>
                </a:lnTo>
                <a:lnTo>
                  <a:pt x="340516" y="2328022"/>
                </a:lnTo>
                <a:lnTo>
                  <a:pt x="336991" y="2328022"/>
                </a:lnTo>
                <a:lnTo>
                  <a:pt x="335581" y="2329432"/>
                </a:lnTo>
                <a:close/>
              </a:path>
              <a:path w="2289809" h="2941955">
                <a:moveTo>
                  <a:pt x="338401" y="2329432"/>
                </a:moveTo>
                <a:lnTo>
                  <a:pt x="336991" y="2328022"/>
                </a:lnTo>
                <a:lnTo>
                  <a:pt x="340516" y="2328022"/>
                </a:lnTo>
                <a:lnTo>
                  <a:pt x="338401" y="2329432"/>
                </a:lnTo>
                <a:close/>
              </a:path>
              <a:path w="2289809" h="2941955">
                <a:moveTo>
                  <a:pt x="224190" y="2158821"/>
                </a:moveTo>
                <a:lnTo>
                  <a:pt x="217140" y="2158821"/>
                </a:lnTo>
                <a:lnTo>
                  <a:pt x="214320" y="2157411"/>
                </a:lnTo>
                <a:lnTo>
                  <a:pt x="212910" y="2154591"/>
                </a:lnTo>
                <a:lnTo>
                  <a:pt x="200242" y="2132163"/>
                </a:lnTo>
                <a:lnTo>
                  <a:pt x="187706" y="2109470"/>
                </a:lnTo>
                <a:lnTo>
                  <a:pt x="175435" y="2086778"/>
                </a:lnTo>
                <a:lnTo>
                  <a:pt x="163560" y="2064350"/>
                </a:lnTo>
                <a:lnTo>
                  <a:pt x="162150" y="2060120"/>
                </a:lnTo>
                <a:lnTo>
                  <a:pt x="163560" y="2054480"/>
                </a:lnTo>
                <a:lnTo>
                  <a:pt x="172020" y="2051660"/>
                </a:lnTo>
                <a:lnTo>
                  <a:pt x="177660" y="2053070"/>
                </a:lnTo>
                <a:lnTo>
                  <a:pt x="179070" y="2057300"/>
                </a:lnTo>
                <a:lnTo>
                  <a:pt x="202511" y="2102421"/>
                </a:lnTo>
                <a:lnTo>
                  <a:pt x="214562" y="2125113"/>
                </a:lnTo>
                <a:lnTo>
                  <a:pt x="227010" y="2147541"/>
                </a:lnTo>
                <a:lnTo>
                  <a:pt x="229830" y="2151771"/>
                </a:lnTo>
                <a:lnTo>
                  <a:pt x="228420" y="2157411"/>
                </a:lnTo>
                <a:lnTo>
                  <a:pt x="224190" y="2158821"/>
                </a:lnTo>
                <a:close/>
              </a:path>
              <a:path w="2289809" h="2941955">
                <a:moveTo>
                  <a:pt x="132540" y="1975520"/>
                </a:moveTo>
                <a:lnTo>
                  <a:pt x="125490" y="1975520"/>
                </a:lnTo>
                <a:lnTo>
                  <a:pt x="121260" y="1974110"/>
                </a:lnTo>
                <a:lnTo>
                  <a:pt x="119850" y="1969880"/>
                </a:lnTo>
                <a:lnTo>
                  <a:pt x="110354" y="1946373"/>
                </a:lnTo>
                <a:lnTo>
                  <a:pt x="100991" y="1922469"/>
                </a:lnTo>
                <a:lnTo>
                  <a:pt x="91892" y="1898300"/>
                </a:lnTo>
                <a:lnTo>
                  <a:pt x="83189" y="1874000"/>
                </a:lnTo>
                <a:lnTo>
                  <a:pt x="81779" y="1869769"/>
                </a:lnTo>
                <a:lnTo>
                  <a:pt x="84599" y="1864130"/>
                </a:lnTo>
                <a:lnTo>
                  <a:pt x="93059" y="1861309"/>
                </a:lnTo>
                <a:lnTo>
                  <a:pt x="98699" y="1864130"/>
                </a:lnTo>
                <a:lnTo>
                  <a:pt x="100109" y="1868359"/>
                </a:lnTo>
                <a:lnTo>
                  <a:pt x="108614" y="1892462"/>
                </a:lnTo>
                <a:lnTo>
                  <a:pt x="117382" y="1916300"/>
                </a:lnTo>
                <a:lnTo>
                  <a:pt x="126679" y="1940138"/>
                </a:lnTo>
                <a:lnTo>
                  <a:pt x="136770" y="1964240"/>
                </a:lnTo>
                <a:lnTo>
                  <a:pt x="138180" y="1968470"/>
                </a:lnTo>
                <a:lnTo>
                  <a:pt x="136770" y="1974110"/>
                </a:lnTo>
                <a:lnTo>
                  <a:pt x="132540" y="1975520"/>
                </a:lnTo>
                <a:close/>
              </a:path>
              <a:path w="2289809" h="2941955">
                <a:moveTo>
                  <a:pt x="67679" y="1780939"/>
                </a:moveTo>
                <a:lnTo>
                  <a:pt x="57809" y="1780939"/>
                </a:lnTo>
                <a:lnTo>
                  <a:pt x="54989" y="1778119"/>
                </a:lnTo>
                <a:lnTo>
                  <a:pt x="41065" y="1725773"/>
                </a:lnTo>
                <a:lnTo>
                  <a:pt x="29609" y="1675189"/>
                </a:lnTo>
                <a:lnTo>
                  <a:pt x="28199" y="1670959"/>
                </a:lnTo>
                <a:lnTo>
                  <a:pt x="31019" y="1666729"/>
                </a:lnTo>
                <a:lnTo>
                  <a:pt x="36659" y="1665319"/>
                </a:lnTo>
                <a:lnTo>
                  <a:pt x="40889" y="1663909"/>
                </a:lnTo>
                <a:lnTo>
                  <a:pt x="45119" y="1666729"/>
                </a:lnTo>
                <a:lnTo>
                  <a:pt x="46529" y="1672369"/>
                </a:lnTo>
                <a:lnTo>
                  <a:pt x="51839" y="1697507"/>
                </a:lnTo>
                <a:lnTo>
                  <a:pt x="57280" y="1722248"/>
                </a:lnTo>
                <a:lnTo>
                  <a:pt x="62987" y="1746725"/>
                </a:lnTo>
                <a:lnTo>
                  <a:pt x="69089" y="1771069"/>
                </a:lnTo>
                <a:lnTo>
                  <a:pt x="70499" y="1775299"/>
                </a:lnTo>
                <a:lnTo>
                  <a:pt x="67679" y="1780939"/>
                </a:lnTo>
                <a:close/>
              </a:path>
              <a:path w="2289809" h="2941955">
                <a:moveTo>
                  <a:pt x="22559" y="1580718"/>
                </a:moveTo>
                <a:lnTo>
                  <a:pt x="18329" y="1580718"/>
                </a:lnTo>
                <a:lnTo>
                  <a:pt x="14099" y="1577898"/>
                </a:lnTo>
                <a:lnTo>
                  <a:pt x="14099" y="1573668"/>
                </a:lnTo>
                <a:lnTo>
                  <a:pt x="10971" y="1548068"/>
                </a:lnTo>
                <a:lnTo>
                  <a:pt x="8107" y="1522203"/>
                </a:lnTo>
                <a:lnTo>
                  <a:pt x="5758" y="1496118"/>
                </a:lnTo>
                <a:lnTo>
                  <a:pt x="4229" y="1470738"/>
                </a:lnTo>
                <a:lnTo>
                  <a:pt x="4229" y="1466508"/>
                </a:lnTo>
                <a:lnTo>
                  <a:pt x="7049" y="1462278"/>
                </a:lnTo>
                <a:lnTo>
                  <a:pt x="16919" y="1462278"/>
                </a:lnTo>
                <a:lnTo>
                  <a:pt x="21149" y="1465098"/>
                </a:lnTo>
                <a:lnTo>
                  <a:pt x="21149" y="1470738"/>
                </a:lnTo>
                <a:lnTo>
                  <a:pt x="23306" y="1496338"/>
                </a:lnTo>
                <a:lnTo>
                  <a:pt x="25626" y="1522203"/>
                </a:lnTo>
                <a:lnTo>
                  <a:pt x="28089" y="1546878"/>
                </a:lnTo>
                <a:lnTo>
                  <a:pt x="31019" y="1572258"/>
                </a:lnTo>
                <a:lnTo>
                  <a:pt x="31019" y="1575078"/>
                </a:lnTo>
                <a:lnTo>
                  <a:pt x="28199" y="1579308"/>
                </a:lnTo>
                <a:lnTo>
                  <a:pt x="22559" y="1580718"/>
                </a:lnTo>
                <a:close/>
              </a:path>
              <a:path w="2289809" h="2941955">
                <a:moveTo>
                  <a:pt x="14099" y="1376267"/>
                </a:moveTo>
                <a:lnTo>
                  <a:pt x="4229" y="1376267"/>
                </a:lnTo>
                <a:lnTo>
                  <a:pt x="0" y="1372038"/>
                </a:lnTo>
                <a:lnTo>
                  <a:pt x="924" y="1314403"/>
                </a:lnTo>
                <a:lnTo>
                  <a:pt x="2819" y="1264877"/>
                </a:lnTo>
                <a:lnTo>
                  <a:pt x="2819" y="1260647"/>
                </a:lnTo>
                <a:lnTo>
                  <a:pt x="7049" y="1256417"/>
                </a:lnTo>
                <a:lnTo>
                  <a:pt x="15509" y="1256417"/>
                </a:lnTo>
                <a:lnTo>
                  <a:pt x="19739" y="1260647"/>
                </a:lnTo>
                <a:lnTo>
                  <a:pt x="19739" y="1264877"/>
                </a:lnTo>
                <a:lnTo>
                  <a:pt x="18674" y="1290257"/>
                </a:lnTo>
                <a:lnTo>
                  <a:pt x="17800" y="1314403"/>
                </a:lnTo>
                <a:lnTo>
                  <a:pt x="17161" y="1339629"/>
                </a:lnTo>
                <a:lnTo>
                  <a:pt x="16919" y="1364987"/>
                </a:lnTo>
                <a:lnTo>
                  <a:pt x="16919" y="1372038"/>
                </a:lnTo>
                <a:lnTo>
                  <a:pt x="14099" y="1376267"/>
                </a:lnTo>
                <a:close/>
              </a:path>
              <a:path w="2289809" h="2941955">
                <a:moveTo>
                  <a:pt x="26789" y="1171816"/>
                </a:moveTo>
                <a:lnTo>
                  <a:pt x="16919" y="1171816"/>
                </a:lnTo>
                <a:lnTo>
                  <a:pt x="14099" y="1167586"/>
                </a:lnTo>
                <a:lnTo>
                  <a:pt x="14099" y="1161946"/>
                </a:lnTo>
                <a:lnTo>
                  <a:pt x="17536" y="1136566"/>
                </a:lnTo>
                <a:lnTo>
                  <a:pt x="25996" y="1085806"/>
                </a:lnTo>
                <a:lnTo>
                  <a:pt x="36659" y="1053376"/>
                </a:lnTo>
                <a:lnTo>
                  <a:pt x="40889" y="1053376"/>
                </a:lnTo>
                <a:lnTo>
                  <a:pt x="45119" y="1054786"/>
                </a:lnTo>
                <a:lnTo>
                  <a:pt x="47939" y="1059016"/>
                </a:lnTo>
                <a:lnTo>
                  <a:pt x="47939" y="1063246"/>
                </a:lnTo>
                <a:lnTo>
                  <a:pt x="42916" y="1088604"/>
                </a:lnTo>
                <a:lnTo>
                  <a:pt x="38422" y="1113830"/>
                </a:lnTo>
                <a:lnTo>
                  <a:pt x="34456" y="1138791"/>
                </a:lnTo>
                <a:lnTo>
                  <a:pt x="31019" y="1163356"/>
                </a:lnTo>
                <a:lnTo>
                  <a:pt x="29609" y="1167586"/>
                </a:lnTo>
                <a:lnTo>
                  <a:pt x="26789" y="1171816"/>
                </a:lnTo>
                <a:close/>
              </a:path>
              <a:path w="2289809" h="2941955">
                <a:moveTo>
                  <a:pt x="64859" y="970185"/>
                </a:moveTo>
                <a:lnTo>
                  <a:pt x="59219" y="970185"/>
                </a:lnTo>
                <a:lnTo>
                  <a:pt x="54989" y="968775"/>
                </a:lnTo>
                <a:lnTo>
                  <a:pt x="52169" y="964545"/>
                </a:lnTo>
                <a:lnTo>
                  <a:pt x="53579" y="958905"/>
                </a:lnTo>
                <a:lnTo>
                  <a:pt x="67327" y="909555"/>
                </a:lnTo>
                <a:lnTo>
                  <a:pt x="84599" y="855975"/>
                </a:lnTo>
                <a:lnTo>
                  <a:pt x="88829" y="853155"/>
                </a:lnTo>
                <a:lnTo>
                  <a:pt x="94469" y="855975"/>
                </a:lnTo>
                <a:lnTo>
                  <a:pt x="98699" y="857385"/>
                </a:lnTo>
                <a:lnTo>
                  <a:pt x="101519" y="861615"/>
                </a:lnTo>
                <a:lnTo>
                  <a:pt x="100109" y="867255"/>
                </a:lnTo>
                <a:lnTo>
                  <a:pt x="91914" y="891578"/>
                </a:lnTo>
                <a:lnTo>
                  <a:pt x="84247" y="915900"/>
                </a:lnTo>
                <a:lnTo>
                  <a:pt x="77109" y="940223"/>
                </a:lnTo>
                <a:lnTo>
                  <a:pt x="70499" y="964545"/>
                </a:lnTo>
                <a:lnTo>
                  <a:pt x="69089" y="967365"/>
                </a:lnTo>
                <a:lnTo>
                  <a:pt x="64859" y="970185"/>
                </a:lnTo>
                <a:close/>
              </a:path>
              <a:path w="2289809" h="2941955">
                <a:moveTo>
                  <a:pt x="131130" y="775605"/>
                </a:moveTo>
                <a:lnTo>
                  <a:pt x="124080" y="775605"/>
                </a:lnTo>
                <a:lnTo>
                  <a:pt x="119849" y="774194"/>
                </a:lnTo>
                <a:lnTo>
                  <a:pt x="117030" y="768554"/>
                </a:lnTo>
                <a:lnTo>
                  <a:pt x="119850" y="764324"/>
                </a:lnTo>
                <a:lnTo>
                  <a:pt x="129631" y="740839"/>
                </a:lnTo>
                <a:lnTo>
                  <a:pt x="139942" y="717089"/>
                </a:lnTo>
                <a:lnTo>
                  <a:pt x="150782" y="693339"/>
                </a:lnTo>
                <a:lnTo>
                  <a:pt x="162150" y="669854"/>
                </a:lnTo>
                <a:lnTo>
                  <a:pt x="163560" y="665624"/>
                </a:lnTo>
                <a:lnTo>
                  <a:pt x="169200" y="664214"/>
                </a:lnTo>
                <a:lnTo>
                  <a:pt x="177660" y="667034"/>
                </a:lnTo>
                <a:lnTo>
                  <a:pt x="179070" y="672674"/>
                </a:lnTo>
                <a:lnTo>
                  <a:pt x="177660" y="676904"/>
                </a:lnTo>
                <a:lnTo>
                  <a:pt x="166292" y="700169"/>
                </a:lnTo>
                <a:lnTo>
                  <a:pt x="155452" y="723434"/>
                </a:lnTo>
                <a:lnTo>
                  <a:pt x="145142" y="746699"/>
                </a:lnTo>
                <a:lnTo>
                  <a:pt x="135360" y="769964"/>
                </a:lnTo>
                <a:lnTo>
                  <a:pt x="133949" y="774195"/>
                </a:lnTo>
                <a:lnTo>
                  <a:pt x="131130" y="775605"/>
                </a:lnTo>
                <a:close/>
              </a:path>
              <a:path w="2289809" h="2941955">
                <a:moveTo>
                  <a:pt x="221370" y="590894"/>
                </a:moveTo>
                <a:lnTo>
                  <a:pt x="214320" y="590894"/>
                </a:lnTo>
                <a:lnTo>
                  <a:pt x="212910" y="589484"/>
                </a:lnTo>
                <a:lnTo>
                  <a:pt x="208680" y="586664"/>
                </a:lnTo>
                <a:lnTo>
                  <a:pt x="207270" y="582434"/>
                </a:lnTo>
                <a:lnTo>
                  <a:pt x="210090" y="578204"/>
                </a:lnTo>
                <a:lnTo>
                  <a:pt x="223044" y="556018"/>
                </a:lnTo>
                <a:lnTo>
                  <a:pt x="236528" y="533965"/>
                </a:lnTo>
                <a:lnTo>
                  <a:pt x="250540" y="512176"/>
                </a:lnTo>
                <a:lnTo>
                  <a:pt x="265080" y="490783"/>
                </a:lnTo>
                <a:lnTo>
                  <a:pt x="267900" y="486553"/>
                </a:lnTo>
                <a:lnTo>
                  <a:pt x="273540" y="485143"/>
                </a:lnTo>
                <a:lnTo>
                  <a:pt x="276360" y="487963"/>
                </a:lnTo>
                <a:lnTo>
                  <a:pt x="280590" y="490783"/>
                </a:lnTo>
                <a:lnTo>
                  <a:pt x="282000" y="496423"/>
                </a:lnTo>
                <a:lnTo>
                  <a:pt x="279180" y="499243"/>
                </a:lnTo>
                <a:lnTo>
                  <a:pt x="265455" y="520636"/>
                </a:lnTo>
                <a:lnTo>
                  <a:pt x="251861" y="542425"/>
                </a:lnTo>
                <a:lnTo>
                  <a:pt x="238532" y="564478"/>
                </a:lnTo>
                <a:lnTo>
                  <a:pt x="225600" y="586664"/>
                </a:lnTo>
                <a:lnTo>
                  <a:pt x="224190" y="589484"/>
                </a:lnTo>
                <a:lnTo>
                  <a:pt x="221370" y="590894"/>
                </a:lnTo>
                <a:close/>
              </a:path>
              <a:path w="2289809" h="2941955">
                <a:moveTo>
                  <a:pt x="336991" y="420283"/>
                </a:moveTo>
                <a:lnTo>
                  <a:pt x="327120" y="420283"/>
                </a:lnTo>
                <a:lnTo>
                  <a:pt x="325710" y="418873"/>
                </a:lnTo>
                <a:lnTo>
                  <a:pt x="321480" y="416053"/>
                </a:lnTo>
                <a:lnTo>
                  <a:pt x="321480" y="410413"/>
                </a:lnTo>
                <a:lnTo>
                  <a:pt x="324300" y="407593"/>
                </a:lnTo>
                <a:lnTo>
                  <a:pt x="340185" y="387500"/>
                </a:lnTo>
                <a:lnTo>
                  <a:pt x="356202" y="367408"/>
                </a:lnTo>
                <a:lnTo>
                  <a:pt x="372483" y="347315"/>
                </a:lnTo>
                <a:lnTo>
                  <a:pt x="389161" y="327222"/>
                </a:lnTo>
                <a:lnTo>
                  <a:pt x="391981" y="322992"/>
                </a:lnTo>
                <a:lnTo>
                  <a:pt x="397621" y="322992"/>
                </a:lnTo>
                <a:lnTo>
                  <a:pt x="406081" y="328632"/>
                </a:lnTo>
                <a:lnTo>
                  <a:pt x="406081" y="334272"/>
                </a:lnTo>
                <a:lnTo>
                  <a:pt x="403261" y="338502"/>
                </a:lnTo>
                <a:lnTo>
                  <a:pt x="386583" y="357780"/>
                </a:lnTo>
                <a:lnTo>
                  <a:pt x="370302" y="377454"/>
                </a:lnTo>
                <a:lnTo>
                  <a:pt x="354285" y="397392"/>
                </a:lnTo>
                <a:lnTo>
                  <a:pt x="338401" y="417463"/>
                </a:lnTo>
                <a:lnTo>
                  <a:pt x="336991" y="420283"/>
                </a:lnTo>
                <a:close/>
              </a:path>
              <a:path w="2289809" h="2941955">
                <a:moveTo>
                  <a:pt x="469531" y="266592"/>
                </a:moveTo>
                <a:lnTo>
                  <a:pt x="463891" y="266592"/>
                </a:lnTo>
                <a:lnTo>
                  <a:pt x="458251" y="260952"/>
                </a:lnTo>
                <a:lnTo>
                  <a:pt x="458251" y="255312"/>
                </a:lnTo>
                <a:lnTo>
                  <a:pt x="461071" y="251082"/>
                </a:lnTo>
                <a:lnTo>
                  <a:pt x="497908" y="215303"/>
                </a:lnTo>
                <a:lnTo>
                  <a:pt x="535801" y="180582"/>
                </a:lnTo>
                <a:lnTo>
                  <a:pt x="540031" y="177762"/>
                </a:lnTo>
                <a:lnTo>
                  <a:pt x="544261" y="177762"/>
                </a:lnTo>
                <a:lnTo>
                  <a:pt x="551312" y="184812"/>
                </a:lnTo>
                <a:lnTo>
                  <a:pt x="551312" y="190452"/>
                </a:lnTo>
                <a:lnTo>
                  <a:pt x="547082" y="194682"/>
                </a:lnTo>
                <a:lnTo>
                  <a:pt x="528068" y="211844"/>
                </a:lnTo>
                <a:lnTo>
                  <a:pt x="509188" y="229403"/>
                </a:lnTo>
                <a:lnTo>
                  <a:pt x="490571" y="247227"/>
                </a:lnTo>
                <a:lnTo>
                  <a:pt x="472351" y="265182"/>
                </a:lnTo>
                <a:lnTo>
                  <a:pt x="470941" y="265182"/>
                </a:lnTo>
                <a:lnTo>
                  <a:pt x="469531" y="266592"/>
                </a:lnTo>
                <a:close/>
              </a:path>
              <a:path w="2289809" h="2941955">
                <a:moveTo>
                  <a:pt x="624632" y="131231"/>
                </a:moveTo>
                <a:lnTo>
                  <a:pt x="617582" y="131231"/>
                </a:lnTo>
                <a:lnTo>
                  <a:pt x="614762" y="129821"/>
                </a:lnTo>
                <a:lnTo>
                  <a:pt x="613352" y="128411"/>
                </a:lnTo>
                <a:lnTo>
                  <a:pt x="610532" y="124181"/>
                </a:lnTo>
                <a:lnTo>
                  <a:pt x="610532" y="119951"/>
                </a:lnTo>
                <a:lnTo>
                  <a:pt x="614762" y="117131"/>
                </a:lnTo>
                <a:lnTo>
                  <a:pt x="635097" y="101511"/>
                </a:lnTo>
                <a:lnTo>
                  <a:pt x="655828" y="86288"/>
                </a:lnTo>
                <a:lnTo>
                  <a:pt x="676824" y="71328"/>
                </a:lnTo>
                <a:lnTo>
                  <a:pt x="697952" y="56501"/>
                </a:lnTo>
                <a:lnTo>
                  <a:pt x="702182" y="53681"/>
                </a:lnTo>
                <a:lnTo>
                  <a:pt x="707822" y="55091"/>
                </a:lnTo>
                <a:lnTo>
                  <a:pt x="709232" y="59321"/>
                </a:lnTo>
                <a:lnTo>
                  <a:pt x="712052" y="63551"/>
                </a:lnTo>
                <a:lnTo>
                  <a:pt x="710642" y="69191"/>
                </a:lnTo>
                <a:lnTo>
                  <a:pt x="706412" y="70601"/>
                </a:lnTo>
                <a:lnTo>
                  <a:pt x="685284" y="84811"/>
                </a:lnTo>
                <a:lnTo>
                  <a:pt x="664288" y="99683"/>
                </a:lnTo>
                <a:lnTo>
                  <a:pt x="623222" y="129821"/>
                </a:lnTo>
                <a:lnTo>
                  <a:pt x="624632" y="131231"/>
                </a:lnTo>
                <a:close/>
              </a:path>
              <a:path w="2289809" h="2941955">
                <a:moveTo>
                  <a:pt x="793833" y="17021"/>
                </a:moveTo>
                <a:lnTo>
                  <a:pt x="788193" y="17021"/>
                </a:lnTo>
                <a:lnTo>
                  <a:pt x="785373" y="15611"/>
                </a:lnTo>
                <a:lnTo>
                  <a:pt x="783963" y="12791"/>
                </a:lnTo>
                <a:lnTo>
                  <a:pt x="781143" y="8561"/>
                </a:lnTo>
                <a:lnTo>
                  <a:pt x="782553" y="2921"/>
                </a:lnTo>
                <a:lnTo>
                  <a:pt x="786783" y="1511"/>
                </a:lnTo>
                <a:lnTo>
                  <a:pt x="789459" y="0"/>
                </a:lnTo>
                <a:lnTo>
                  <a:pt x="821933" y="0"/>
                </a:lnTo>
                <a:lnTo>
                  <a:pt x="816062" y="3163"/>
                </a:lnTo>
                <a:lnTo>
                  <a:pt x="793833" y="15611"/>
                </a:lnTo>
                <a:lnTo>
                  <a:pt x="793833" y="17021"/>
                </a:lnTo>
                <a:close/>
              </a:path>
            </a:pathLst>
          </a:custGeom>
          <a:solidFill>
            <a:srgbClr val="000000">
              <a:alpha val="68629"/>
            </a:srgbClr>
          </a:solidFill>
        </p:spPr>
        <p:txBody>
          <a:bodyPr wrap="square" lIns="0" tIns="0" rIns="0" bIns="0" rtlCol="0"/>
          <a:lstStyle/>
          <a:p>
            <a:endParaRPr sz="572"/>
          </a:p>
        </p:txBody>
      </p:sp>
      <p:pic>
        <p:nvPicPr>
          <p:cNvPr id="32" name="Picture 31" descr="Logo SAI TS 16949 new.png"/>
          <p:cNvPicPr>
            <a:picLocks noChangeAspect="1"/>
          </p:cNvPicPr>
          <p:nvPr/>
        </p:nvPicPr>
        <p:blipFill>
          <a:blip r:embed="rId3" cstate="print"/>
          <a:srcRect r="45714"/>
          <a:stretch>
            <a:fillRect/>
          </a:stretch>
        </p:blipFill>
        <p:spPr>
          <a:xfrm>
            <a:off x="1883479" y="43542"/>
            <a:ext cx="1164521" cy="50621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2848" r="29231" b="8776"/>
          <a:stretch/>
        </p:blipFill>
        <p:spPr>
          <a:xfrm>
            <a:off x="7086600" y="72386"/>
            <a:ext cx="824970" cy="522133"/>
          </a:xfrm>
          <a:prstGeom prst="rect">
            <a:avLst/>
          </a:prstGeom>
        </p:spPr>
      </p:pic>
      <p:sp>
        <p:nvSpPr>
          <p:cNvPr id="37" name="Pentagon 36"/>
          <p:cNvSpPr/>
          <p:nvPr/>
        </p:nvSpPr>
        <p:spPr>
          <a:xfrm flipH="1">
            <a:off x="8229600" y="49709"/>
            <a:ext cx="1620000" cy="504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Of ….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Pentagon 62"/>
          <p:cNvSpPr/>
          <p:nvPr/>
        </p:nvSpPr>
        <p:spPr>
          <a:xfrm>
            <a:off x="36286" y="43542"/>
            <a:ext cx="1620000" cy="57600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8</a:t>
            </a:r>
          </a:p>
          <a:p>
            <a:pPr algn="ctr"/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Standarisasi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Selanjutnya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7473" y="3893349"/>
            <a:ext cx="2938527" cy="29933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686" y="733800"/>
            <a:ext cx="9792000" cy="604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06829" y="835625"/>
            <a:ext cx="3349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Tambahkan</a:t>
            </a:r>
            <a:r>
              <a:rPr lang="en-US" sz="1600" dirty="0" smtClean="0"/>
              <a:t> </a:t>
            </a: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 smtClean="0"/>
              <a:t>Evidence </a:t>
            </a:r>
            <a:r>
              <a:rPr lang="en-US" sz="1600" dirty="0" err="1" smtClean="0"/>
              <a:t>standarisasi</a:t>
            </a:r>
            <a:endParaRPr lang="en-US" sz="1600" dirty="0" smtClean="0"/>
          </a:p>
          <a:p>
            <a:pPr marL="285750" indent="-285750">
              <a:buFontTx/>
              <a:buChar char="-"/>
            </a:pPr>
            <a:r>
              <a:rPr lang="en-US" sz="1600" dirty="0" err="1" smtClean="0"/>
              <a:t>Menentukan</a:t>
            </a:r>
            <a:r>
              <a:rPr lang="en-US" sz="1600" dirty="0" smtClean="0"/>
              <a:t> </a:t>
            </a:r>
            <a:r>
              <a:rPr lang="en-US" sz="1600" dirty="0" err="1" smtClean="0"/>
              <a:t>tema</a:t>
            </a:r>
            <a:r>
              <a:rPr lang="en-US" sz="1600" dirty="0" smtClean="0"/>
              <a:t> QCC </a:t>
            </a:r>
            <a:r>
              <a:rPr lang="en-US" sz="1600" dirty="0" err="1" smtClean="0"/>
              <a:t>berikutnya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90110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152399" y="2429470"/>
            <a:ext cx="9601202" cy="923330"/>
          </a:xfrm>
        </p:spPr>
        <p:txBody>
          <a:bodyPr/>
          <a:lstStyle/>
          <a:p>
            <a:pPr algn="ctr"/>
            <a:r>
              <a:rPr lang="en-US" sz="6000" dirty="0" smtClean="0">
                <a:solidFill>
                  <a:schemeClr val="tx1"/>
                </a:solidFill>
              </a:rPr>
              <a:t>THANK YOU</a:t>
            </a:r>
            <a:endParaRPr lang="en-US" sz="6000" dirty="0">
              <a:solidFill>
                <a:schemeClr val="tx1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89688" y="4407196"/>
            <a:ext cx="2780017" cy="245080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36821" y="0"/>
            <a:ext cx="1969179" cy="168264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54434" y="3459913"/>
            <a:ext cx="5151566" cy="33835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</TotalTime>
  <Words>448</Words>
  <Application>Microsoft Office PowerPoint</Application>
  <PresentationFormat>A4 Paper (210x297 mm)</PresentationFormat>
  <Paragraphs>226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</vt:lpstr>
      <vt:lpstr>Calibri</vt:lpstr>
      <vt:lpstr>Lucida Sans Unicode</vt:lpstr>
      <vt:lpstr>Office Theme</vt:lpstr>
      <vt:lpstr>PowerPoint Presentation</vt:lpstr>
      <vt:lpstr>QCC Competition PT SUMMIT ADYAWINSA INDONESIA</vt:lpstr>
      <vt:lpstr>QCC Competition PT SUMMIT ADYAWINSA INDONESIA</vt:lpstr>
      <vt:lpstr>QCC Competition PT SUMMIT ADYAWINSA INDONESIA</vt:lpstr>
      <vt:lpstr>QCC Competition PT SUMMIT ADYAWINSA INDONESIA</vt:lpstr>
      <vt:lpstr>QCC Competition PT SUMMIT ADYAWINSA INDONESIA</vt:lpstr>
      <vt:lpstr>QCC Competition PT SUMMIT ADYAWINSA INDONESIA</vt:lpstr>
      <vt:lpstr>QCC Competition PT SUMMIT ADYAWINSA INDONESIA</vt:lpstr>
      <vt:lpstr>QCC Competition PT SUMMIT ADYAWINSA INDONESIA</vt:lpstr>
      <vt:lpstr>QCC Competition PT SUMMIT ADYAWINSA INDONESIA</vt:lpstr>
      <vt:lpstr>QCC Competition PT SUMMIT ADYAWINSA INDONESIA</vt:lpstr>
      <vt:lpstr>QCC Competition PT SUMMIT ADYAWINSA INDONESIA</vt:lpstr>
      <vt:lpstr>QCC Competition PT SUMMIT ADYAWINSA INDONESIA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design</dc:title>
  <dc:creator>Cindy Regita Septiani</dc:creator>
  <cp:keywords>DAE-MYPojZc,BAEnUFsr_v0</cp:keywords>
  <cp:lastModifiedBy>Cin</cp:lastModifiedBy>
  <cp:revision>48</cp:revision>
  <dcterms:created xsi:type="dcterms:W3CDTF">2022-04-18T01:30:37Z</dcterms:created>
  <dcterms:modified xsi:type="dcterms:W3CDTF">2022-04-26T08:52:19Z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2022-04-18T00:00:00Z</vt:filetime>
  </property>
  <property fmtid="{D5CDD505-2E9C-101B-9397-08002B2CF9AE}" pid="3" name="Creator">
    <vt:lpwstr>Canva</vt:lpwstr>
  </property>
  <property fmtid="{D5CDD505-2E9C-101B-9397-08002B2CF9AE}" pid="4" name="LastSaved">
    <vt:filetime>2022-04-18T00:00:00Z</vt:filetime>
  </property>
</Properties>
</file>